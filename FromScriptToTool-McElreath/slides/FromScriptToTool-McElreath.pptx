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4" r:id="rId4"/>
    <p:sldMasterId id="214748367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y="5143500" cx="9144000"/>
  <p:notesSz cx="6858000" cy="9144000"/>
  <p:embeddedFontLst>
    <p:embeddedFont>
      <p:font typeface="Play"/>
      <p:regular r:id="rId34"/>
      <p:bold r:id="rId35"/>
    </p:embeddedFont>
    <p:embeddedFont>
      <p:font typeface="Space Grotesk"/>
      <p:regular r:id="rId36"/>
      <p:bold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Play-bold.fntdata"/><Relationship Id="rId12" Type="http://schemas.openxmlformats.org/officeDocument/2006/relationships/slide" Target="slides/slide6.xml"/><Relationship Id="rId34" Type="http://schemas.openxmlformats.org/officeDocument/2006/relationships/font" Target="fonts/Play-regular.fntdata"/><Relationship Id="rId15" Type="http://schemas.openxmlformats.org/officeDocument/2006/relationships/slide" Target="slides/slide9.xml"/><Relationship Id="rId37" Type="http://schemas.openxmlformats.org/officeDocument/2006/relationships/font" Target="fonts/SpaceGrotesk-bold.fntdata"/><Relationship Id="rId14" Type="http://schemas.openxmlformats.org/officeDocument/2006/relationships/slide" Target="slides/slide8.xml"/><Relationship Id="rId36" Type="http://schemas.openxmlformats.org/officeDocument/2006/relationships/font" Target="fonts/SpaceGrotesk-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8dc6361e6b_3_1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g38dc6361e6b_3_1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g38dc6361e6b_3_1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8dc6361e6b_3_158: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g38dc6361e6b_3_1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b46d76cebb_0_11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g3b46d76cebb_0_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d61d561b20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g3d61d561b20_0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g3d61d561b20_0_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d4a44b119b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g3d4a44b119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d3cf5a4c5d_0_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2012</a:t>
            </a:r>
            <a:endParaRPr/>
          </a:p>
        </p:txBody>
      </p:sp>
      <p:sp>
        <p:nvSpPr>
          <p:cNvPr id="261" name="Google Shape;261;g3d3cf5a4c5d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d4a44b119b_0_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you’re looking to make a jump into Toolmaking with PowerShell, since you’re here today, you’ve already got the skills. You may just need to switch up your mindset from doing to enabling.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Toolmakers make a “means to and end”. They’re not creating the final product, but providing the tools that will make the final product</a:t>
            </a:r>
            <a:br>
              <a:rPr lang="en"/>
            </a:br>
            <a:br>
              <a:rPr lang="en"/>
            </a:br>
            <a:r>
              <a:rPr lang="en">
                <a:solidFill>
                  <a:schemeClr val="dk1"/>
                </a:solidFill>
              </a:rPr>
              <a:t>When we think of “Tools”, they can come in all sorts of shapes, sizes and uses. PowerShell tools are no different and there are usually no wrong answers here.</a:t>
            </a:r>
            <a:endParaRPr/>
          </a:p>
        </p:txBody>
      </p:sp>
      <p:sp>
        <p:nvSpPr>
          <p:cNvPr id="268" name="Google Shape;268;g3d4a44b119b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d3cf5a4c5d_0_1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Toolmakers make a “means to and end”. They’re not creating the final product, but providing the tools that will make the final product</a:t>
            </a:r>
            <a:br>
              <a:rPr lang="en"/>
            </a:br>
            <a:br>
              <a:rPr lang="en"/>
            </a:br>
            <a:r>
              <a:rPr lang="en">
                <a:solidFill>
                  <a:schemeClr val="dk1"/>
                </a:solidFill>
              </a:rPr>
              <a:t>When we think of “Tools”, they can come in all sorts of shapes, sizes and uses. PowerShell tools are no different and there are usually no wrong answers here.</a:t>
            </a:r>
            <a:endParaRPr/>
          </a:p>
        </p:txBody>
      </p:sp>
      <p:sp>
        <p:nvSpPr>
          <p:cNvPr id="274" name="Google Shape;274;g3d3cf5a4c5d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d3cf5a4c5d_0_3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g3d3cf5a4c5d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d3cf5a4c5d_0_1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long time ago, someone created a tool with a blunt end that was really good at hitting nails into something. Then, someone probably said “That’s great, but I screwed up and now I need to take those nails out”</a:t>
            </a:r>
            <a:endParaRPr/>
          </a:p>
        </p:txBody>
      </p:sp>
      <p:sp>
        <p:nvSpPr>
          <p:cNvPr id="289" name="Google Shape;289;g3d3cf5a4c5d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d5e4a1daa2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long time ago, someone created a tool with a blunt end that was really good at hitting nails into something. Then, someone probably said “That’s great, but I screwed up and now I need to take those nails out”</a:t>
            </a:r>
            <a:endParaRPr/>
          </a:p>
        </p:txBody>
      </p:sp>
      <p:sp>
        <p:nvSpPr>
          <p:cNvPr id="295" name="Google Shape;295;g3d5e4a1daa2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d3cf5a4c5d_0_3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Are you creating something for a GUI udrt or someone who will be really kicking the tires and trying things you haven’t even thought of yet</a:t>
            </a:r>
            <a:endParaRPr/>
          </a:p>
          <a:p>
            <a:pPr indent="0" lvl="0" marL="0" rtl="0" algn="l">
              <a:spcBef>
                <a:spcPts val="0"/>
              </a:spcBef>
              <a:spcAft>
                <a:spcPts val="0"/>
              </a:spcAft>
              <a:buNone/>
            </a:pPr>
            <a:r>
              <a:rPr lang="en"/>
              <a:t>Someone might be great at using a hammer. But if you give them a wrench, they’re going to try to smash nails into a board with it. This may </a:t>
            </a:r>
            <a:r>
              <a:rPr lang="en"/>
              <a:t>technically work, but not efficient.</a:t>
            </a:r>
            <a:endParaRPr/>
          </a:p>
          <a:p>
            <a:pPr indent="0" lvl="0" marL="0" rtl="0" algn="l">
              <a:spcBef>
                <a:spcPts val="0"/>
              </a:spcBef>
              <a:spcAft>
                <a:spcPts val="0"/>
              </a:spcAft>
              <a:buNone/>
            </a:pPr>
            <a:r>
              <a:rPr lang="en"/>
              <a:t>Ex. If your tool needs to be passed sensitive data, will your users understand how to create a secure string first, or will you need to do that for them. Maybe have them pass a PS Credential if they are alreay familiar with taht.</a:t>
            </a:r>
            <a:endParaRPr/>
          </a:p>
        </p:txBody>
      </p:sp>
      <p:sp>
        <p:nvSpPr>
          <p:cNvPr id="301" name="Google Shape;301;g3d3cf5a4c5d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8b606d07dd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g38b606d07dd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d3cf5a4c5d_0_4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your tools, you’re going to be using PowerShell commands that will run in a particular order, maybe passing data to each other. The command line is an easy place to test these commands methodically and with less complications. Errors you encounter will be easier to pinpoint and troubleshoot</a:t>
            </a:r>
            <a:endParaRPr/>
          </a:p>
        </p:txBody>
      </p:sp>
      <p:sp>
        <p:nvSpPr>
          <p:cNvPr id="314" name="Google Shape;314;g3d3cf5a4c5d_0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d52a0d5c21_0_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g3d52a0d5c21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d3cf5a4c5d_0_7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g3d3cf5a4c5d_0_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d52a0d5c21_0_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g3d52a0d5c21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d3cf5a4c5d_0_7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g3d3cf5a4c5d_0_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d52a0d5c21_0_1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g3d52a0d5c21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d3cf5a4c5d_0_10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g3d3cf5a4c5d_0_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d52a0d5c21_0_1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g3d52a0d5c21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d3cf5a4c5d_0_10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don’t mean the stuff you </a:t>
            </a:r>
            <a:r>
              <a:rPr lang="en"/>
              <a:t>get on your shoes when you forget to clean up after your dog</a:t>
            </a:r>
            <a:endParaRPr/>
          </a:p>
          <a:p>
            <a:pPr indent="0" lvl="0" marL="0" rtl="0" algn="l">
              <a:spcBef>
                <a:spcPts val="0"/>
              </a:spcBef>
              <a:spcAft>
                <a:spcPts val="0"/>
              </a:spcAft>
              <a:buNone/>
            </a:pPr>
            <a:r>
              <a:rPr lang="en"/>
              <a:t>It’s not just the stuff that builds up on….</a:t>
            </a:r>
            <a:endParaRPr/>
          </a:p>
          <a:p>
            <a:pPr indent="0" lvl="0" marL="0" rtl="0" algn="l">
              <a:spcBef>
                <a:spcPts val="0"/>
              </a:spcBef>
              <a:spcAft>
                <a:spcPts val="0"/>
              </a:spcAft>
              <a:buNone/>
            </a:pPr>
            <a:r>
              <a:rPr lang="en"/>
              <a:t>Used in database, Can be applied in PowerShell tools as well</a:t>
            </a:r>
            <a:endParaRPr/>
          </a:p>
        </p:txBody>
      </p:sp>
      <p:sp>
        <p:nvSpPr>
          <p:cNvPr id="358" name="Google Shape;358;g3d3cf5a4c5d_0_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d4fb5d2bcd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don’t mean the stuff you get on your shoes when you forget to clean up after your dog</a:t>
            </a:r>
            <a:endParaRPr/>
          </a:p>
          <a:p>
            <a:pPr indent="0" lvl="0" marL="0" rtl="0" algn="l">
              <a:spcBef>
                <a:spcPts val="0"/>
              </a:spcBef>
              <a:spcAft>
                <a:spcPts val="0"/>
              </a:spcAft>
              <a:buNone/>
            </a:pPr>
            <a:r>
              <a:rPr lang="en"/>
              <a:t>It’s not just the stuff that builds up on….</a:t>
            </a:r>
            <a:endParaRPr/>
          </a:p>
          <a:p>
            <a:pPr indent="0" lvl="0" marL="0" rtl="0" algn="l">
              <a:spcBef>
                <a:spcPts val="0"/>
              </a:spcBef>
              <a:spcAft>
                <a:spcPts val="0"/>
              </a:spcAft>
              <a:buNone/>
            </a:pPr>
            <a:r>
              <a:rPr lang="en"/>
              <a:t>Used in database, Can be applied in PowerShell tools as well</a:t>
            </a:r>
            <a:endParaRPr/>
          </a:p>
        </p:txBody>
      </p:sp>
      <p:sp>
        <p:nvSpPr>
          <p:cNvPr id="364" name="Google Shape;364;g3d4fb5d2bcd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96fc75656e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don’t mean the stuff you get on your shoes when you forget to clean up after your dog</a:t>
            </a:r>
            <a:endParaRPr/>
          </a:p>
          <a:p>
            <a:pPr indent="0" lvl="0" marL="0" rtl="0" algn="l">
              <a:spcBef>
                <a:spcPts val="0"/>
              </a:spcBef>
              <a:spcAft>
                <a:spcPts val="0"/>
              </a:spcAft>
              <a:buNone/>
            </a:pPr>
            <a:r>
              <a:rPr lang="en"/>
              <a:t>It’s not just the stuff that builds up on….</a:t>
            </a:r>
            <a:endParaRPr/>
          </a:p>
          <a:p>
            <a:pPr indent="0" lvl="0" marL="0" rtl="0" algn="l">
              <a:spcBef>
                <a:spcPts val="0"/>
              </a:spcBef>
              <a:spcAft>
                <a:spcPts val="0"/>
              </a:spcAft>
              <a:buNone/>
            </a:pPr>
            <a:r>
              <a:rPr lang="en"/>
              <a:t>Used in database, Can be applied in PowerShell tools as well</a:t>
            </a:r>
            <a:endParaRPr/>
          </a:p>
        </p:txBody>
      </p:sp>
      <p:sp>
        <p:nvSpPr>
          <p:cNvPr id="376" name="Google Shape;376;g396fc75656e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d61d561b20_0_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g3d61d561b20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d565d7a025_2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don’t mean the stuff you get on your shoes when you forget to clean up after your dog</a:t>
            </a:r>
            <a:endParaRPr/>
          </a:p>
          <a:p>
            <a:pPr indent="0" lvl="0" marL="0" rtl="0" algn="l">
              <a:spcBef>
                <a:spcPts val="0"/>
              </a:spcBef>
              <a:spcAft>
                <a:spcPts val="0"/>
              </a:spcAft>
              <a:buNone/>
            </a:pPr>
            <a:r>
              <a:rPr lang="en"/>
              <a:t>It’s not just the stuff that builds up on….</a:t>
            </a:r>
            <a:endParaRPr/>
          </a:p>
          <a:p>
            <a:pPr indent="0" lvl="0" marL="0" rtl="0" algn="l">
              <a:spcBef>
                <a:spcPts val="0"/>
              </a:spcBef>
              <a:spcAft>
                <a:spcPts val="0"/>
              </a:spcAft>
              <a:buNone/>
            </a:pPr>
            <a:r>
              <a:rPr lang="en"/>
              <a:t>Used in database, Can be applied in PowerShell tools as well</a:t>
            </a:r>
            <a:endParaRPr/>
          </a:p>
        </p:txBody>
      </p:sp>
      <p:sp>
        <p:nvSpPr>
          <p:cNvPr id="389" name="Google Shape;389;g3d565d7a025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8dc6361e6b_3_162: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g38dc6361e6b_3_1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75" name="Shape 75"/>
        <p:cNvGrpSpPr/>
        <p:nvPr/>
      </p:nvGrpSpPr>
      <p:grpSpPr>
        <a:xfrm>
          <a:off x="0" y="0"/>
          <a:ext cx="0" cy="0"/>
          <a:chOff x="0" y="0"/>
          <a:chExt cx="0" cy="0"/>
        </a:xfrm>
      </p:grpSpPr>
      <p:grpSp>
        <p:nvGrpSpPr>
          <p:cNvPr id="76" name="Google Shape;76;p14"/>
          <p:cNvGrpSpPr/>
          <p:nvPr/>
        </p:nvGrpSpPr>
        <p:grpSpPr>
          <a:xfrm>
            <a:off x="231993" y="2454903"/>
            <a:ext cx="8680015" cy="2690634"/>
            <a:chOff x="309324" y="4684536"/>
            <a:chExt cx="11573353" cy="2176008"/>
          </a:xfrm>
        </p:grpSpPr>
        <p:sp>
          <p:nvSpPr>
            <p:cNvPr id="77" name="Google Shape;77;p14"/>
            <p:cNvSpPr/>
            <p:nvPr/>
          </p:nvSpPr>
          <p:spPr>
            <a:xfrm>
              <a:off x="1580452" y="4684536"/>
              <a:ext cx="61200" cy="1615679"/>
            </a:xfrm>
            <a:custGeom>
              <a:rect b="b" l="l" r="r" t="t"/>
              <a:pathLst>
                <a:path extrusionOk="0" h="1615679" w="61200">
                  <a:moveTo>
                    <a:pt x="18000" y="0"/>
                  </a:moveTo>
                  <a:lnTo>
                    <a:pt x="43200" y="0"/>
                  </a:lnTo>
                  <a:lnTo>
                    <a:pt x="43200" y="1559698"/>
                  </a:lnTo>
                  <a:lnTo>
                    <a:pt x="52238" y="1563442"/>
                  </a:lnTo>
                  <a:cubicBezTo>
                    <a:pt x="57775" y="1568979"/>
                    <a:pt x="61200" y="1576629"/>
                    <a:pt x="61200" y="1585079"/>
                  </a:cubicBezTo>
                  <a:cubicBezTo>
                    <a:pt x="61200" y="1601979"/>
                    <a:pt x="47500" y="1615679"/>
                    <a:pt x="30600" y="1615679"/>
                  </a:cubicBezTo>
                  <a:cubicBezTo>
                    <a:pt x="13700" y="1615679"/>
                    <a:pt x="0" y="1601979"/>
                    <a:pt x="0" y="1585079"/>
                  </a:cubicBezTo>
                  <a:cubicBezTo>
                    <a:pt x="0" y="1576629"/>
                    <a:pt x="3425" y="1568979"/>
                    <a:pt x="8963" y="1563442"/>
                  </a:cubicBezTo>
                  <a:lnTo>
                    <a:pt x="18000" y="1559698"/>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78" name="Google Shape;78;p14"/>
            <p:cNvSpPr/>
            <p:nvPr/>
          </p:nvSpPr>
          <p:spPr>
            <a:xfrm>
              <a:off x="3523144" y="5140280"/>
              <a:ext cx="25200" cy="1566300"/>
            </a:xfrm>
            <a:prstGeom prst="rect">
              <a:avLst/>
            </a:pr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79" name="Google Shape;79;p14"/>
            <p:cNvSpPr/>
            <p:nvPr/>
          </p:nvSpPr>
          <p:spPr>
            <a:xfrm>
              <a:off x="6101400" y="5294244"/>
              <a:ext cx="25200" cy="1566300"/>
            </a:xfrm>
            <a:prstGeom prst="rect">
              <a:avLst/>
            </a:pr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80" name="Google Shape;80;p14"/>
            <p:cNvSpPr/>
            <p:nvPr/>
          </p:nvSpPr>
          <p:spPr>
            <a:xfrm>
              <a:off x="309324" y="5063298"/>
              <a:ext cx="25200" cy="1566300"/>
            </a:xfrm>
            <a:prstGeom prst="rect">
              <a:avLst/>
            </a:pr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81" name="Google Shape;81;p14"/>
            <p:cNvSpPr/>
            <p:nvPr/>
          </p:nvSpPr>
          <p:spPr>
            <a:xfrm>
              <a:off x="5429836" y="4937044"/>
              <a:ext cx="61200" cy="1615679"/>
            </a:xfrm>
            <a:custGeom>
              <a:rect b="b" l="l" r="r" t="t"/>
              <a:pathLst>
                <a:path extrusionOk="0" h="1615679" w="61200">
                  <a:moveTo>
                    <a:pt x="18000" y="0"/>
                  </a:moveTo>
                  <a:lnTo>
                    <a:pt x="43200" y="0"/>
                  </a:lnTo>
                  <a:lnTo>
                    <a:pt x="43200" y="1559698"/>
                  </a:lnTo>
                  <a:lnTo>
                    <a:pt x="52238" y="1563442"/>
                  </a:lnTo>
                  <a:cubicBezTo>
                    <a:pt x="57775" y="1568979"/>
                    <a:pt x="61200" y="1576629"/>
                    <a:pt x="61200" y="1585079"/>
                  </a:cubicBezTo>
                  <a:cubicBezTo>
                    <a:pt x="61200" y="1601979"/>
                    <a:pt x="47500" y="1615679"/>
                    <a:pt x="30600" y="1615679"/>
                  </a:cubicBezTo>
                  <a:cubicBezTo>
                    <a:pt x="13700" y="1615679"/>
                    <a:pt x="0" y="1601979"/>
                    <a:pt x="0" y="1585079"/>
                  </a:cubicBezTo>
                  <a:cubicBezTo>
                    <a:pt x="0" y="1576629"/>
                    <a:pt x="3425" y="1568979"/>
                    <a:pt x="8963" y="1563442"/>
                  </a:cubicBezTo>
                  <a:lnTo>
                    <a:pt x="18000" y="1559698"/>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82" name="Google Shape;82;p14"/>
            <p:cNvSpPr/>
            <p:nvPr/>
          </p:nvSpPr>
          <p:spPr>
            <a:xfrm>
              <a:off x="8643656" y="4810790"/>
              <a:ext cx="61200" cy="1615679"/>
            </a:xfrm>
            <a:custGeom>
              <a:rect b="b" l="l" r="r" t="t"/>
              <a:pathLst>
                <a:path extrusionOk="0" h="1615679" w="61200">
                  <a:moveTo>
                    <a:pt x="18000" y="0"/>
                  </a:moveTo>
                  <a:lnTo>
                    <a:pt x="43200" y="0"/>
                  </a:lnTo>
                  <a:lnTo>
                    <a:pt x="43200" y="1559698"/>
                  </a:lnTo>
                  <a:lnTo>
                    <a:pt x="52238" y="1563442"/>
                  </a:lnTo>
                  <a:cubicBezTo>
                    <a:pt x="57775" y="1568979"/>
                    <a:pt x="61200" y="1576629"/>
                    <a:pt x="61200" y="1585079"/>
                  </a:cubicBezTo>
                  <a:cubicBezTo>
                    <a:pt x="61200" y="1601979"/>
                    <a:pt x="47500" y="1615679"/>
                    <a:pt x="30600" y="1615679"/>
                  </a:cubicBezTo>
                  <a:cubicBezTo>
                    <a:pt x="13700" y="1615679"/>
                    <a:pt x="0" y="1601979"/>
                    <a:pt x="0" y="1585079"/>
                  </a:cubicBezTo>
                  <a:cubicBezTo>
                    <a:pt x="0" y="1576629"/>
                    <a:pt x="3425" y="1568979"/>
                    <a:pt x="8963" y="1563442"/>
                  </a:cubicBezTo>
                  <a:lnTo>
                    <a:pt x="18000" y="1559698"/>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83" name="Google Shape;83;p14"/>
            <p:cNvSpPr/>
            <p:nvPr/>
          </p:nvSpPr>
          <p:spPr>
            <a:xfrm>
              <a:off x="7372528" y="5217262"/>
              <a:ext cx="25200" cy="1566300"/>
            </a:xfrm>
            <a:prstGeom prst="rect">
              <a:avLst/>
            </a:pr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84" name="Google Shape;84;p14"/>
            <p:cNvSpPr/>
            <p:nvPr/>
          </p:nvSpPr>
          <p:spPr>
            <a:xfrm>
              <a:off x="944888" y="5679154"/>
              <a:ext cx="25200" cy="1178846"/>
            </a:xfrm>
            <a:custGeom>
              <a:rect b="b" l="l" r="r" t="t"/>
              <a:pathLst>
                <a:path extrusionOk="0" h="1178846" w="25200">
                  <a:moveTo>
                    <a:pt x="0" y="0"/>
                  </a:moveTo>
                  <a:lnTo>
                    <a:pt x="25200" y="0"/>
                  </a:lnTo>
                  <a:lnTo>
                    <a:pt x="25200" y="1178846"/>
                  </a:lnTo>
                  <a:lnTo>
                    <a:pt x="0" y="1178846"/>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85" name="Google Shape;85;p14"/>
            <p:cNvSpPr/>
            <p:nvPr/>
          </p:nvSpPr>
          <p:spPr>
            <a:xfrm>
              <a:off x="2252016" y="6064064"/>
              <a:ext cx="25200" cy="793936"/>
            </a:xfrm>
            <a:custGeom>
              <a:rect b="b" l="l" r="r" t="t"/>
              <a:pathLst>
                <a:path extrusionOk="0" h="793936" w="25200">
                  <a:moveTo>
                    <a:pt x="0" y="0"/>
                  </a:moveTo>
                  <a:lnTo>
                    <a:pt x="25200" y="0"/>
                  </a:lnTo>
                  <a:lnTo>
                    <a:pt x="25200" y="793936"/>
                  </a:lnTo>
                  <a:lnTo>
                    <a:pt x="0" y="793936"/>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86" name="Google Shape;86;p14"/>
            <p:cNvSpPr/>
            <p:nvPr/>
          </p:nvSpPr>
          <p:spPr>
            <a:xfrm>
              <a:off x="2887580" y="5833118"/>
              <a:ext cx="25200" cy="1024882"/>
            </a:xfrm>
            <a:custGeom>
              <a:rect b="b" l="l" r="r" t="t"/>
              <a:pathLst>
                <a:path extrusionOk="0" h="1024882" w="25200">
                  <a:moveTo>
                    <a:pt x="0" y="0"/>
                  </a:moveTo>
                  <a:lnTo>
                    <a:pt x="25200" y="0"/>
                  </a:lnTo>
                  <a:lnTo>
                    <a:pt x="25200" y="1024882"/>
                  </a:lnTo>
                  <a:lnTo>
                    <a:pt x="0" y="1024882"/>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87" name="Google Shape;87;p14"/>
            <p:cNvSpPr/>
            <p:nvPr/>
          </p:nvSpPr>
          <p:spPr>
            <a:xfrm>
              <a:off x="4158708" y="5371226"/>
              <a:ext cx="25200" cy="1486774"/>
            </a:xfrm>
            <a:custGeom>
              <a:rect b="b" l="l" r="r" t="t"/>
              <a:pathLst>
                <a:path extrusionOk="0" h="1486774" w="25200">
                  <a:moveTo>
                    <a:pt x="0" y="0"/>
                  </a:moveTo>
                  <a:lnTo>
                    <a:pt x="25200" y="0"/>
                  </a:lnTo>
                  <a:lnTo>
                    <a:pt x="25200" y="1486774"/>
                  </a:lnTo>
                  <a:lnTo>
                    <a:pt x="0" y="1486774"/>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88" name="Google Shape;88;p14"/>
            <p:cNvSpPr/>
            <p:nvPr/>
          </p:nvSpPr>
          <p:spPr>
            <a:xfrm>
              <a:off x="4794272" y="5448208"/>
              <a:ext cx="25200" cy="1409792"/>
            </a:xfrm>
            <a:custGeom>
              <a:rect b="b" l="l" r="r" t="t"/>
              <a:pathLst>
                <a:path extrusionOk="0" h="1409792" w="25200">
                  <a:moveTo>
                    <a:pt x="0" y="0"/>
                  </a:moveTo>
                  <a:lnTo>
                    <a:pt x="25200" y="0"/>
                  </a:lnTo>
                  <a:lnTo>
                    <a:pt x="25200" y="1409792"/>
                  </a:lnTo>
                  <a:lnTo>
                    <a:pt x="0" y="1409792"/>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89" name="Google Shape;89;p14"/>
            <p:cNvSpPr/>
            <p:nvPr/>
          </p:nvSpPr>
          <p:spPr>
            <a:xfrm>
              <a:off x="6736964" y="6141046"/>
              <a:ext cx="25200" cy="716954"/>
            </a:xfrm>
            <a:custGeom>
              <a:rect b="b" l="l" r="r" t="t"/>
              <a:pathLst>
                <a:path extrusionOk="0" h="716954" w="25200">
                  <a:moveTo>
                    <a:pt x="0" y="0"/>
                  </a:moveTo>
                  <a:lnTo>
                    <a:pt x="25200" y="0"/>
                  </a:lnTo>
                  <a:lnTo>
                    <a:pt x="25200" y="716954"/>
                  </a:lnTo>
                  <a:lnTo>
                    <a:pt x="0" y="716954"/>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90" name="Google Shape;90;p14"/>
            <p:cNvSpPr/>
            <p:nvPr/>
          </p:nvSpPr>
          <p:spPr>
            <a:xfrm>
              <a:off x="8008092" y="5756136"/>
              <a:ext cx="25200" cy="1101864"/>
            </a:xfrm>
            <a:custGeom>
              <a:rect b="b" l="l" r="r" t="t"/>
              <a:pathLst>
                <a:path extrusionOk="0" h="1101864" w="25200">
                  <a:moveTo>
                    <a:pt x="0" y="0"/>
                  </a:moveTo>
                  <a:lnTo>
                    <a:pt x="25200" y="0"/>
                  </a:lnTo>
                  <a:lnTo>
                    <a:pt x="25200" y="1101864"/>
                  </a:lnTo>
                  <a:lnTo>
                    <a:pt x="0" y="1101864"/>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91" name="Google Shape;91;p14"/>
            <p:cNvSpPr/>
            <p:nvPr/>
          </p:nvSpPr>
          <p:spPr>
            <a:xfrm>
              <a:off x="9315220" y="5602172"/>
              <a:ext cx="25200" cy="1255828"/>
            </a:xfrm>
            <a:custGeom>
              <a:rect b="b" l="l" r="r" t="t"/>
              <a:pathLst>
                <a:path extrusionOk="0" h="1255828" w="25200">
                  <a:moveTo>
                    <a:pt x="0" y="0"/>
                  </a:moveTo>
                  <a:lnTo>
                    <a:pt x="25200" y="0"/>
                  </a:lnTo>
                  <a:lnTo>
                    <a:pt x="25200" y="1255828"/>
                  </a:lnTo>
                  <a:lnTo>
                    <a:pt x="0" y="1255828"/>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92" name="Google Shape;92;p14"/>
            <p:cNvSpPr/>
            <p:nvPr/>
          </p:nvSpPr>
          <p:spPr>
            <a:xfrm>
              <a:off x="9950784" y="5987082"/>
              <a:ext cx="25200" cy="870918"/>
            </a:xfrm>
            <a:custGeom>
              <a:rect b="b" l="l" r="r" t="t"/>
              <a:pathLst>
                <a:path extrusionOk="0" h="870918" w="25200">
                  <a:moveTo>
                    <a:pt x="0" y="0"/>
                  </a:moveTo>
                  <a:lnTo>
                    <a:pt x="25200" y="0"/>
                  </a:lnTo>
                  <a:lnTo>
                    <a:pt x="25200" y="870918"/>
                  </a:lnTo>
                  <a:lnTo>
                    <a:pt x="0" y="870918"/>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93" name="Google Shape;93;p14"/>
            <p:cNvSpPr/>
            <p:nvPr/>
          </p:nvSpPr>
          <p:spPr>
            <a:xfrm>
              <a:off x="10586348" y="6218024"/>
              <a:ext cx="25200" cy="639977"/>
            </a:xfrm>
            <a:custGeom>
              <a:rect b="b" l="l" r="r" t="t"/>
              <a:pathLst>
                <a:path extrusionOk="0" h="639977" w="25200">
                  <a:moveTo>
                    <a:pt x="0" y="0"/>
                  </a:moveTo>
                  <a:lnTo>
                    <a:pt x="25200" y="0"/>
                  </a:lnTo>
                  <a:lnTo>
                    <a:pt x="25200" y="639977"/>
                  </a:lnTo>
                  <a:lnTo>
                    <a:pt x="0" y="639977"/>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94" name="Google Shape;94;p14"/>
            <p:cNvSpPr/>
            <p:nvPr/>
          </p:nvSpPr>
          <p:spPr>
            <a:xfrm>
              <a:off x="11221912" y="5525190"/>
              <a:ext cx="25200" cy="1332810"/>
            </a:xfrm>
            <a:custGeom>
              <a:rect b="b" l="l" r="r" t="t"/>
              <a:pathLst>
                <a:path extrusionOk="0" h="1332810" w="25200">
                  <a:moveTo>
                    <a:pt x="0" y="0"/>
                  </a:moveTo>
                  <a:lnTo>
                    <a:pt x="25200" y="0"/>
                  </a:lnTo>
                  <a:lnTo>
                    <a:pt x="25200" y="1332810"/>
                  </a:lnTo>
                  <a:lnTo>
                    <a:pt x="0" y="1332810"/>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95" name="Google Shape;95;p14"/>
            <p:cNvSpPr/>
            <p:nvPr/>
          </p:nvSpPr>
          <p:spPr>
            <a:xfrm>
              <a:off x="11857477" y="5910100"/>
              <a:ext cx="25200" cy="947900"/>
            </a:xfrm>
            <a:custGeom>
              <a:rect b="b" l="l" r="r" t="t"/>
              <a:pathLst>
                <a:path extrusionOk="0" h="947900" w="25200">
                  <a:moveTo>
                    <a:pt x="0" y="0"/>
                  </a:moveTo>
                  <a:lnTo>
                    <a:pt x="25200" y="0"/>
                  </a:lnTo>
                  <a:lnTo>
                    <a:pt x="25200" y="947900"/>
                  </a:lnTo>
                  <a:lnTo>
                    <a:pt x="0" y="947900"/>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grpSp>
      <p:sp>
        <p:nvSpPr>
          <p:cNvPr id="96" name="Google Shape;96;p14"/>
          <p:cNvSpPr txBox="1"/>
          <p:nvPr/>
        </p:nvSpPr>
        <p:spPr>
          <a:xfrm>
            <a:off x="8190654" y="4603778"/>
            <a:ext cx="667800" cy="300000"/>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fld id="{00000000-1234-1234-1234-123412341234}" type="slidenum">
              <a:rPr b="1" i="0" lang="en" sz="1500" u="none" cap="none" strike="noStrike">
                <a:solidFill>
                  <a:schemeClr val="accent1"/>
                </a:solidFill>
                <a:latin typeface="Play"/>
                <a:ea typeface="Play"/>
                <a:cs typeface="Play"/>
                <a:sym typeface="Play"/>
              </a:rPr>
              <a:t>‹#›</a:t>
            </a:fld>
            <a:r>
              <a:rPr b="1" i="0" lang="en" sz="1500" u="none" cap="none" strike="noStrike">
                <a:solidFill>
                  <a:schemeClr val="accent1"/>
                </a:solidFill>
                <a:latin typeface="Play"/>
                <a:ea typeface="Play"/>
                <a:cs typeface="Play"/>
                <a:sym typeface="Play"/>
              </a:rPr>
              <a:t> </a:t>
            </a:r>
            <a:r>
              <a:rPr b="0" i="0" lang="en" sz="1100" u="none" cap="none" strike="noStrike">
                <a:solidFill>
                  <a:schemeClr val="dk1"/>
                </a:solidFill>
                <a:latin typeface="Play"/>
                <a:ea typeface="Play"/>
                <a:cs typeface="Play"/>
                <a:sym typeface="Play"/>
              </a:rPr>
              <a:t>/ 15</a:t>
            </a:r>
            <a:endParaRPr b="0" i="0" sz="1500" u="none" cap="none" strike="noStrike">
              <a:solidFill>
                <a:schemeClr val="dk1"/>
              </a:solidFill>
              <a:latin typeface="Play"/>
              <a:ea typeface="Play"/>
              <a:cs typeface="Play"/>
              <a:sym typeface="Play"/>
            </a:endParaRPr>
          </a:p>
        </p:txBody>
      </p:sp>
      <p:sp>
        <p:nvSpPr>
          <p:cNvPr id="97" name="Google Shape;97;p14"/>
          <p:cNvSpPr/>
          <p:nvPr/>
        </p:nvSpPr>
        <p:spPr>
          <a:xfrm>
            <a:off x="2526599" y="2988403"/>
            <a:ext cx="3964200" cy="329400"/>
          </a:xfrm>
          <a:prstGeom prst="roundRect">
            <a:avLst>
              <a:gd fmla="val 18112" name="adj"/>
            </a:avLst>
          </a:prstGeom>
          <a:noFill/>
          <a:ln cap="flat" cmpd="sng" w="12700">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accent1"/>
              </a:solidFill>
              <a:latin typeface="Play"/>
              <a:ea typeface="Play"/>
              <a:cs typeface="Play"/>
              <a:sym typeface="Play"/>
            </a:endParaRPr>
          </a:p>
        </p:txBody>
      </p:sp>
      <p:sp>
        <p:nvSpPr>
          <p:cNvPr id="98" name="Google Shape;98;p14"/>
          <p:cNvSpPr/>
          <p:nvPr/>
        </p:nvSpPr>
        <p:spPr>
          <a:xfrm>
            <a:off x="2522969" y="3515185"/>
            <a:ext cx="4005600" cy="329400"/>
          </a:xfrm>
          <a:prstGeom prst="roundRect">
            <a:avLst>
              <a:gd fmla="val 18112" name="adj"/>
            </a:avLst>
          </a:prstGeom>
          <a:gradFill>
            <a:gsLst>
              <a:gs pos="0">
                <a:schemeClr val="accent1"/>
              </a:gs>
              <a:gs pos="100000">
                <a:schemeClr val="accent2"/>
              </a:gs>
            </a:gsLst>
            <a:lin ang="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accent1"/>
              </a:solidFill>
              <a:latin typeface="Play"/>
              <a:ea typeface="Play"/>
              <a:cs typeface="Play"/>
              <a:sym typeface="Play"/>
            </a:endParaRPr>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gle content no picture">
  <p:cSld name="Single content no picture">
    <p:spTree>
      <p:nvGrpSpPr>
        <p:cNvPr id="99" name="Shape 99"/>
        <p:cNvGrpSpPr/>
        <p:nvPr/>
      </p:nvGrpSpPr>
      <p:grpSpPr>
        <a:xfrm>
          <a:off x="0" y="0"/>
          <a:ext cx="0" cy="0"/>
          <a:chOff x="0" y="0"/>
          <a:chExt cx="0" cy="0"/>
        </a:xfrm>
      </p:grpSpPr>
      <p:sp>
        <p:nvSpPr>
          <p:cNvPr id="100" name="Google Shape;100;p15"/>
          <p:cNvSpPr txBox="1"/>
          <p:nvPr>
            <p:ph idx="1" type="body"/>
          </p:nvPr>
        </p:nvSpPr>
        <p:spPr>
          <a:xfrm>
            <a:off x="1021781" y="1494145"/>
            <a:ext cx="7427700" cy="1720500"/>
          </a:xfrm>
          <a:prstGeom prst="rect">
            <a:avLst/>
          </a:prstGeom>
          <a:noFill/>
          <a:ln>
            <a:noFill/>
          </a:ln>
        </p:spPr>
        <p:txBody>
          <a:bodyPr anchorCtr="0" anchor="t" bIns="34275" lIns="68575" spcFirstLastPara="1" rIns="68575" wrap="square" tIns="34275">
            <a:no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Play"/>
                <a:ea typeface="Play"/>
                <a:cs typeface="Play"/>
                <a:sym typeface="Play"/>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Play"/>
                <a:ea typeface="Play"/>
                <a:cs typeface="Play"/>
                <a:sym typeface="Play"/>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Play"/>
                <a:ea typeface="Play"/>
                <a:cs typeface="Play"/>
                <a:sym typeface="Play"/>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Play"/>
                <a:ea typeface="Play"/>
                <a:cs typeface="Play"/>
                <a:sym typeface="Play"/>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Play"/>
                <a:ea typeface="Play"/>
                <a:cs typeface="Play"/>
                <a:sym typeface="Play"/>
              </a:defRPr>
            </a:lvl5pPr>
            <a:lvl6pPr indent="-317500" lvl="5" marL="2743200"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Play"/>
                <a:ea typeface="Play"/>
                <a:cs typeface="Play"/>
                <a:sym typeface="Play"/>
              </a:defRPr>
            </a:lvl6pPr>
            <a:lvl7pPr indent="-317500" lvl="6" marL="3200400"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Play"/>
                <a:ea typeface="Play"/>
                <a:cs typeface="Play"/>
                <a:sym typeface="Play"/>
              </a:defRPr>
            </a:lvl7pPr>
            <a:lvl8pPr indent="-317500" lvl="7" marL="3657600"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Play"/>
                <a:ea typeface="Play"/>
                <a:cs typeface="Play"/>
                <a:sym typeface="Play"/>
              </a:defRPr>
            </a:lvl8pPr>
            <a:lvl9pPr indent="-317500" lvl="8" marL="4114800"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Play"/>
                <a:ea typeface="Play"/>
                <a:cs typeface="Play"/>
                <a:sym typeface="Play"/>
              </a:defRPr>
            </a:lvl9pPr>
          </a:lstStyle>
          <a:p/>
        </p:txBody>
      </p:sp>
      <p:sp>
        <p:nvSpPr>
          <p:cNvPr id="101" name="Google Shape;101;p15"/>
          <p:cNvSpPr txBox="1"/>
          <p:nvPr>
            <p:ph type="title"/>
          </p:nvPr>
        </p:nvSpPr>
        <p:spPr>
          <a:xfrm>
            <a:off x="1681925" y="118568"/>
            <a:ext cx="6107400" cy="994200"/>
          </a:xfrm>
          <a:prstGeom prst="rect">
            <a:avLst/>
          </a:prstGeom>
          <a:noFill/>
          <a:ln>
            <a:noFill/>
          </a:ln>
        </p:spPr>
        <p:txBody>
          <a:bodyPr anchorCtr="0" anchor="t" bIns="34275" lIns="68575" spcFirstLastPara="1" rIns="68575" wrap="square" tIns="34275">
            <a:noAutofit/>
          </a:bodyPr>
          <a:lstStyle>
            <a:lvl1pPr lvl="0" marR="0" algn="ctr">
              <a:lnSpc>
                <a:spcPct val="90000"/>
              </a:lnSpc>
              <a:spcBef>
                <a:spcPts val="0"/>
              </a:spcBef>
              <a:spcAft>
                <a:spcPts val="0"/>
              </a:spcAft>
              <a:buClr>
                <a:schemeClr val="dk1"/>
              </a:buClr>
              <a:buSzPts val="5000"/>
              <a:buFont typeface="Arial"/>
              <a:buNone/>
              <a:defRPr b="0" i="0" sz="50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Custom Layout">
  <p:cSld name="13_Custom Layout">
    <p:spTree>
      <p:nvGrpSpPr>
        <p:cNvPr id="102" name="Shape 102"/>
        <p:cNvGrpSpPr/>
        <p:nvPr/>
      </p:nvGrpSpPr>
      <p:grpSpPr>
        <a:xfrm>
          <a:off x="0" y="0"/>
          <a:ext cx="0" cy="0"/>
          <a:chOff x="0" y="0"/>
          <a:chExt cx="0" cy="0"/>
        </a:xfrm>
      </p:grpSpPr>
      <p:sp>
        <p:nvSpPr>
          <p:cNvPr id="103" name="Google Shape;103;p16"/>
          <p:cNvSpPr txBox="1"/>
          <p:nvPr>
            <p:ph type="title"/>
          </p:nvPr>
        </p:nvSpPr>
        <p:spPr>
          <a:xfrm>
            <a:off x="1636636" y="1690733"/>
            <a:ext cx="6107400" cy="994200"/>
          </a:xfrm>
          <a:prstGeom prst="rect">
            <a:avLst/>
          </a:prstGeom>
          <a:noFill/>
          <a:ln>
            <a:noFill/>
          </a:ln>
        </p:spPr>
        <p:txBody>
          <a:bodyPr anchorCtr="0" anchor="t" bIns="34275" lIns="68575" spcFirstLastPara="1" rIns="68575" wrap="square" tIns="34275">
            <a:noAutofit/>
          </a:bodyPr>
          <a:lstStyle>
            <a:lvl1pPr lvl="0" marR="0" algn="ctr">
              <a:lnSpc>
                <a:spcPct val="90000"/>
              </a:lnSpc>
              <a:spcBef>
                <a:spcPts val="0"/>
              </a:spcBef>
              <a:spcAft>
                <a:spcPts val="0"/>
              </a:spcAft>
              <a:buClr>
                <a:schemeClr val="dk1"/>
              </a:buClr>
              <a:buSzPts val="5000"/>
              <a:buFont typeface="Arial"/>
              <a:buNone/>
              <a:defRPr b="0" i="0" sz="50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04" name="Shape 104"/>
        <p:cNvGrpSpPr/>
        <p:nvPr/>
      </p:nvGrpSpPr>
      <p:grpSpPr>
        <a:xfrm>
          <a:off x="0" y="0"/>
          <a:ext cx="0" cy="0"/>
          <a:chOff x="0" y="0"/>
          <a:chExt cx="0" cy="0"/>
        </a:xfrm>
      </p:grpSpPr>
      <p:sp>
        <p:nvSpPr>
          <p:cNvPr id="105" name="Google Shape;105;p17"/>
          <p:cNvSpPr/>
          <p:nvPr>
            <p:ph idx="2" type="pic"/>
          </p:nvPr>
        </p:nvSpPr>
        <p:spPr>
          <a:xfrm>
            <a:off x="761663" y="989242"/>
            <a:ext cx="3629400" cy="3101700"/>
          </a:xfrm>
          <a:prstGeom prst="rect">
            <a:avLst/>
          </a:prstGeom>
          <a:solidFill>
            <a:schemeClr val="dk1"/>
          </a:solidFill>
          <a:ln>
            <a:noFill/>
          </a:ln>
        </p:spPr>
      </p:sp>
      <p:grpSp>
        <p:nvGrpSpPr>
          <p:cNvPr id="106" name="Google Shape;106;p17"/>
          <p:cNvGrpSpPr/>
          <p:nvPr/>
        </p:nvGrpSpPr>
        <p:grpSpPr>
          <a:xfrm>
            <a:off x="231993" y="2454903"/>
            <a:ext cx="8680015" cy="2690634"/>
            <a:chOff x="309324" y="4684536"/>
            <a:chExt cx="11573353" cy="2176008"/>
          </a:xfrm>
        </p:grpSpPr>
        <p:sp>
          <p:nvSpPr>
            <p:cNvPr id="107" name="Google Shape;107;p17"/>
            <p:cNvSpPr/>
            <p:nvPr/>
          </p:nvSpPr>
          <p:spPr>
            <a:xfrm>
              <a:off x="1580452" y="4684536"/>
              <a:ext cx="61200" cy="1615679"/>
            </a:xfrm>
            <a:custGeom>
              <a:rect b="b" l="l" r="r" t="t"/>
              <a:pathLst>
                <a:path extrusionOk="0" h="1615679" w="61200">
                  <a:moveTo>
                    <a:pt x="18000" y="0"/>
                  </a:moveTo>
                  <a:lnTo>
                    <a:pt x="43200" y="0"/>
                  </a:lnTo>
                  <a:lnTo>
                    <a:pt x="43200" y="1559698"/>
                  </a:lnTo>
                  <a:lnTo>
                    <a:pt x="52238" y="1563442"/>
                  </a:lnTo>
                  <a:cubicBezTo>
                    <a:pt x="57775" y="1568979"/>
                    <a:pt x="61200" y="1576629"/>
                    <a:pt x="61200" y="1585079"/>
                  </a:cubicBezTo>
                  <a:cubicBezTo>
                    <a:pt x="61200" y="1601979"/>
                    <a:pt x="47500" y="1615679"/>
                    <a:pt x="30600" y="1615679"/>
                  </a:cubicBezTo>
                  <a:cubicBezTo>
                    <a:pt x="13700" y="1615679"/>
                    <a:pt x="0" y="1601979"/>
                    <a:pt x="0" y="1585079"/>
                  </a:cubicBezTo>
                  <a:cubicBezTo>
                    <a:pt x="0" y="1576629"/>
                    <a:pt x="3425" y="1568979"/>
                    <a:pt x="8963" y="1563442"/>
                  </a:cubicBezTo>
                  <a:lnTo>
                    <a:pt x="18000" y="1559698"/>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108" name="Google Shape;108;p17"/>
            <p:cNvSpPr/>
            <p:nvPr/>
          </p:nvSpPr>
          <p:spPr>
            <a:xfrm>
              <a:off x="3523144" y="5140280"/>
              <a:ext cx="25200" cy="1566300"/>
            </a:xfrm>
            <a:prstGeom prst="rect">
              <a:avLst/>
            </a:pr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109" name="Google Shape;109;p17"/>
            <p:cNvSpPr/>
            <p:nvPr/>
          </p:nvSpPr>
          <p:spPr>
            <a:xfrm>
              <a:off x="6101400" y="5294244"/>
              <a:ext cx="25200" cy="1566300"/>
            </a:xfrm>
            <a:prstGeom prst="rect">
              <a:avLst/>
            </a:pr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110" name="Google Shape;110;p17"/>
            <p:cNvSpPr/>
            <p:nvPr/>
          </p:nvSpPr>
          <p:spPr>
            <a:xfrm>
              <a:off x="309324" y="5063298"/>
              <a:ext cx="25200" cy="1566300"/>
            </a:xfrm>
            <a:prstGeom prst="rect">
              <a:avLst/>
            </a:pr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111" name="Google Shape;111;p17"/>
            <p:cNvSpPr/>
            <p:nvPr/>
          </p:nvSpPr>
          <p:spPr>
            <a:xfrm>
              <a:off x="5429836" y="4937044"/>
              <a:ext cx="61200" cy="1615679"/>
            </a:xfrm>
            <a:custGeom>
              <a:rect b="b" l="l" r="r" t="t"/>
              <a:pathLst>
                <a:path extrusionOk="0" h="1615679" w="61200">
                  <a:moveTo>
                    <a:pt x="18000" y="0"/>
                  </a:moveTo>
                  <a:lnTo>
                    <a:pt x="43200" y="0"/>
                  </a:lnTo>
                  <a:lnTo>
                    <a:pt x="43200" y="1559698"/>
                  </a:lnTo>
                  <a:lnTo>
                    <a:pt x="52238" y="1563442"/>
                  </a:lnTo>
                  <a:cubicBezTo>
                    <a:pt x="57775" y="1568979"/>
                    <a:pt x="61200" y="1576629"/>
                    <a:pt x="61200" y="1585079"/>
                  </a:cubicBezTo>
                  <a:cubicBezTo>
                    <a:pt x="61200" y="1601979"/>
                    <a:pt x="47500" y="1615679"/>
                    <a:pt x="30600" y="1615679"/>
                  </a:cubicBezTo>
                  <a:cubicBezTo>
                    <a:pt x="13700" y="1615679"/>
                    <a:pt x="0" y="1601979"/>
                    <a:pt x="0" y="1585079"/>
                  </a:cubicBezTo>
                  <a:cubicBezTo>
                    <a:pt x="0" y="1576629"/>
                    <a:pt x="3425" y="1568979"/>
                    <a:pt x="8963" y="1563442"/>
                  </a:cubicBezTo>
                  <a:lnTo>
                    <a:pt x="18000" y="1559698"/>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112" name="Google Shape;112;p17"/>
            <p:cNvSpPr/>
            <p:nvPr/>
          </p:nvSpPr>
          <p:spPr>
            <a:xfrm>
              <a:off x="8643656" y="4810790"/>
              <a:ext cx="61200" cy="1615679"/>
            </a:xfrm>
            <a:custGeom>
              <a:rect b="b" l="l" r="r" t="t"/>
              <a:pathLst>
                <a:path extrusionOk="0" h="1615679" w="61200">
                  <a:moveTo>
                    <a:pt x="18000" y="0"/>
                  </a:moveTo>
                  <a:lnTo>
                    <a:pt x="43200" y="0"/>
                  </a:lnTo>
                  <a:lnTo>
                    <a:pt x="43200" y="1559698"/>
                  </a:lnTo>
                  <a:lnTo>
                    <a:pt x="52238" y="1563442"/>
                  </a:lnTo>
                  <a:cubicBezTo>
                    <a:pt x="57775" y="1568979"/>
                    <a:pt x="61200" y="1576629"/>
                    <a:pt x="61200" y="1585079"/>
                  </a:cubicBezTo>
                  <a:cubicBezTo>
                    <a:pt x="61200" y="1601979"/>
                    <a:pt x="47500" y="1615679"/>
                    <a:pt x="30600" y="1615679"/>
                  </a:cubicBezTo>
                  <a:cubicBezTo>
                    <a:pt x="13700" y="1615679"/>
                    <a:pt x="0" y="1601979"/>
                    <a:pt x="0" y="1585079"/>
                  </a:cubicBezTo>
                  <a:cubicBezTo>
                    <a:pt x="0" y="1576629"/>
                    <a:pt x="3425" y="1568979"/>
                    <a:pt x="8963" y="1563442"/>
                  </a:cubicBezTo>
                  <a:lnTo>
                    <a:pt x="18000" y="1559698"/>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113" name="Google Shape;113;p17"/>
            <p:cNvSpPr/>
            <p:nvPr/>
          </p:nvSpPr>
          <p:spPr>
            <a:xfrm>
              <a:off x="7372528" y="5217262"/>
              <a:ext cx="25200" cy="1566300"/>
            </a:xfrm>
            <a:prstGeom prst="rect">
              <a:avLst/>
            </a:pr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114" name="Google Shape;114;p17"/>
            <p:cNvSpPr/>
            <p:nvPr/>
          </p:nvSpPr>
          <p:spPr>
            <a:xfrm>
              <a:off x="944888" y="5679154"/>
              <a:ext cx="25200" cy="1178846"/>
            </a:xfrm>
            <a:custGeom>
              <a:rect b="b" l="l" r="r" t="t"/>
              <a:pathLst>
                <a:path extrusionOk="0" h="1178846" w="25200">
                  <a:moveTo>
                    <a:pt x="0" y="0"/>
                  </a:moveTo>
                  <a:lnTo>
                    <a:pt x="25200" y="0"/>
                  </a:lnTo>
                  <a:lnTo>
                    <a:pt x="25200" y="1178846"/>
                  </a:lnTo>
                  <a:lnTo>
                    <a:pt x="0" y="1178846"/>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115" name="Google Shape;115;p17"/>
            <p:cNvSpPr/>
            <p:nvPr/>
          </p:nvSpPr>
          <p:spPr>
            <a:xfrm>
              <a:off x="2252016" y="6064064"/>
              <a:ext cx="25200" cy="793936"/>
            </a:xfrm>
            <a:custGeom>
              <a:rect b="b" l="l" r="r" t="t"/>
              <a:pathLst>
                <a:path extrusionOk="0" h="793936" w="25200">
                  <a:moveTo>
                    <a:pt x="0" y="0"/>
                  </a:moveTo>
                  <a:lnTo>
                    <a:pt x="25200" y="0"/>
                  </a:lnTo>
                  <a:lnTo>
                    <a:pt x="25200" y="793936"/>
                  </a:lnTo>
                  <a:lnTo>
                    <a:pt x="0" y="793936"/>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116" name="Google Shape;116;p17"/>
            <p:cNvSpPr/>
            <p:nvPr/>
          </p:nvSpPr>
          <p:spPr>
            <a:xfrm>
              <a:off x="2887580" y="5833118"/>
              <a:ext cx="25200" cy="1024882"/>
            </a:xfrm>
            <a:custGeom>
              <a:rect b="b" l="l" r="r" t="t"/>
              <a:pathLst>
                <a:path extrusionOk="0" h="1024882" w="25200">
                  <a:moveTo>
                    <a:pt x="0" y="0"/>
                  </a:moveTo>
                  <a:lnTo>
                    <a:pt x="25200" y="0"/>
                  </a:lnTo>
                  <a:lnTo>
                    <a:pt x="25200" y="1024882"/>
                  </a:lnTo>
                  <a:lnTo>
                    <a:pt x="0" y="1024882"/>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117" name="Google Shape;117;p17"/>
            <p:cNvSpPr/>
            <p:nvPr/>
          </p:nvSpPr>
          <p:spPr>
            <a:xfrm>
              <a:off x="4158708" y="5371226"/>
              <a:ext cx="25200" cy="1486774"/>
            </a:xfrm>
            <a:custGeom>
              <a:rect b="b" l="l" r="r" t="t"/>
              <a:pathLst>
                <a:path extrusionOk="0" h="1486774" w="25200">
                  <a:moveTo>
                    <a:pt x="0" y="0"/>
                  </a:moveTo>
                  <a:lnTo>
                    <a:pt x="25200" y="0"/>
                  </a:lnTo>
                  <a:lnTo>
                    <a:pt x="25200" y="1486774"/>
                  </a:lnTo>
                  <a:lnTo>
                    <a:pt x="0" y="1486774"/>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118" name="Google Shape;118;p17"/>
            <p:cNvSpPr/>
            <p:nvPr/>
          </p:nvSpPr>
          <p:spPr>
            <a:xfrm>
              <a:off x="4794272" y="5448208"/>
              <a:ext cx="25200" cy="1409792"/>
            </a:xfrm>
            <a:custGeom>
              <a:rect b="b" l="l" r="r" t="t"/>
              <a:pathLst>
                <a:path extrusionOk="0" h="1409792" w="25200">
                  <a:moveTo>
                    <a:pt x="0" y="0"/>
                  </a:moveTo>
                  <a:lnTo>
                    <a:pt x="25200" y="0"/>
                  </a:lnTo>
                  <a:lnTo>
                    <a:pt x="25200" y="1409792"/>
                  </a:lnTo>
                  <a:lnTo>
                    <a:pt x="0" y="1409792"/>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119" name="Google Shape;119;p17"/>
            <p:cNvSpPr/>
            <p:nvPr/>
          </p:nvSpPr>
          <p:spPr>
            <a:xfrm>
              <a:off x="6736964" y="6141046"/>
              <a:ext cx="25200" cy="716954"/>
            </a:xfrm>
            <a:custGeom>
              <a:rect b="b" l="l" r="r" t="t"/>
              <a:pathLst>
                <a:path extrusionOk="0" h="716954" w="25200">
                  <a:moveTo>
                    <a:pt x="0" y="0"/>
                  </a:moveTo>
                  <a:lnTo>
                    <a:pt x="25200" y="0"/>
                  </a:lnTo>
                  <a:lnTo>
                    <a:pt x="25200" y="716954"/>
                  </a:lnTo>
                  <a:lnTo>
                    <a:pt x="0" y="716954"/>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120" name="Google Shape;120;p17"/>
            <p:cNvSpPr/>
            <p:nvPr/>
          </p:nvSpPr>
          <p:spPr>
            <a:xfrm>
              <a:off x="8008092" y="5756136"/>
              <a:ext cx="25200" cy="1101864"/>
            </a:xfrm>
            <a:custGeom>
              <a:rect b="b" l="l" r="r" t="t"/>
              <a:pathLst>
                <a:path extrusionOk="0" h="1101864" w="25200">
                  <a:moveTo>
                    <a:pt x="0" y="0"/>
                  </a:moveTo>
                  <a:lnTo>
                    <a:pt x="25200" y="0"/>
                  </a:lnTo>
                  <a:lnTo>
                    <a:pt x="25200" y="1101864"/>
                  </a:lnTo>
                  <a:lnTo>
                    <a:pt x="0" y="1101864"/>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121" name="Google Shape;121;p17"/>
            <p:cNvSpPr/>
            <p:nvPr/>
          </p:nvSpPr>
          <p:spPr>
            <a:xfrm>
              <a:off x="9315220" y="5602172"/>
              <a:ext cx="25200" cy="1255828"/>
            </a:xfrm>
            <a:custGeom>
              <a:rect b="b" l="l" r="r" t="t"/>
              <a:pathLst>
                <a:path extrusionOk="0" h="1255828" w="25200">
                  <a:moveTo>
                    <a:pt x="0" y="0"/>
                  </a:moveTo>
                  <a:lnTo>
                    <a:pt x="25200" y="0"/>
                  </a:lnTo>
                  <a:lnTo>
                    <a:pt x="25200" y="1255828"/>
                  </a:lnTo>
                  <a:lnTo>
                    <a:pt x="0" y="1255828"/>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122" name="Google Shape;122;p17"/>
            <p:cNvSpPr/>
            <p:nvPr/>
          </p:nvSpPr>
          <p:spPr>
            <a:xfrm>
              <a:off x="9950784" y="5987082"/>
              <a:ext cx="25200" cy="870918"/>
            </a:xfrm>
            <a:custGeom>
              <a:rect b="b" l="l" r="r" t="t"/>
              <a:pathLst>
                <a:path extrusionOk="0" h="870918" w="25200">
                  <a:moveTo>
                    <a:pt x="0" y="0"/>
                  </a:moveTo>
                  <a:lnTo>
                    <a:pt x="25200" y="0"/>
                  </a:lnTo>
                  <a:lnTo>
                    <a:pt x="25200" y="870918"/>
                  </a:lnTo>
                  <a:lnTo>
                    <a:pt x="0" y="870918"/>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123" name="Google Shape;123;p17"/>
            <p:cNvSpPr/>
            <p:nvPr/>
          </p:nvSpPr>
          <p:spPr>
            <a:xfrm>
              <a:off x="10586348" y="6218024"/>
              <a:ext cx="25200" cy="639977"/>
            </a:xfrm>
            <a:custGeom>
              <a:rect b="b" l="l" r="r" t="t"/>
              <a:pathLst>
                <a:path extrusionOk="0" h="639977" w="25200">
                  <a:moveTo>
                    <a:pt x="0" y="0"/>
                  </a:moveTo>
                  <a:lnTo>
                    <a:pt x="25200" y="0"/>
                  </a:lnTo>
                  <a:lnTo>
                    <a:pt x="25200" y="639977"/>
                  </a:lnTo>
                  <a:lnTo>
                    <a:pt x="0" y="639977"/>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124" name="Google Shape;124;p17"/>
            <p:cNvSpPr/>
            <p:nvPr/>
          </p:nvSpPr>
          <p:spPr>
            <a:xfrm>
              <a:off x="11221912" y="5525190"/>
              <a:ext cx="25200" cy="1332810"/>
            </a:xfrm>
            <a:custGeom>
              <a:rect b="b" l="l" r="r" t="t"/>
              <a:pathLst>
                <a:path extrusionOk="0" h="1332810" w="25200">
                  <a:moveTo>
                    <a:pt x="0" y="0"/>
                  </a:moveTo>
                  <a:lnTo>
                    <a:pt x="25200" y="0"/>
                  </a:lnTo>
                  <a:lnTo>
                    <a:pt x="25200" y="1332810"/>
                  </a:lnTo>
                  <a:lnTo>
                    <a:pt x="0" y="1332810"/>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125" name="Google Shape;125;p17"/>
            <p:cNvSpPr/>
            <p:nvPr/>
          </p:nvSpPr>
          <p:spPr>
            <a:xfrm>
              <a:off x="11857477" y="5910100"/>
              <a:ext cx="25200" cy="947900"/>
            </a:xfrm>
            <a:custGeom>
              <a:rect b="b" l="l" r="r" t="t"/>
              <a:pathLst>
                <a:path extrusionOk="0" h="947900" w="25200">
                  <a:moveTo>
                    <a:pt x="0" y="0"/>
                  </a:moveTo>
                  <a:lnTo>
                    <a:pt x="25200" y="0"/>
                  </a:lnTo>
                  <a:lnTo>
                    <a:pt x="25200" y="947900"/>
                  </a:lnTo>
                  <a:lnTo>
                    <a:pt x="0" y="947900"/>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grpSp>
      <p:sp>
        <p:nvSpPr>
          <p:cNvPr id="126" name="Google Shape;126;p17"/>
          <p:cNvSpPr txBox="1"/>
          <p:nvPr/>
        </p:nvSpPr>
        <p:spPr>
          <a:xfrm>
            <a:off x="8190654" y="4603778"/>
            <a:ext cx="667800" cy="300000"/>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fld id="{00000000-1234-1234-1234-123412341234}" type="slidenum">
              <a:rPr b="1" i="0" lang="en" sz="1500" u="none" cap="none" strike="noStrike">
                <a:solidFill>
                  <a:schemeClr val="accent1"/>
                </a:solidFill>
                <a:latin typeface="Play"/>
                <a:ea typeface="Play"/>
                <a:cs typeface="Play"/>
                <a:sym typeface="Play"/>
              </a:rPr>
              <a:t>‹#›</a:t>
            </a:fld>
            <a:r>
              <a:rPr b="1" i="0" lang="en" sz="1500" u="none" cap="none" strike="noStrike">
                <a:solidFill>
                  <a:schemeClr val="accent1"/>
                </a:solidFill>
                <a:latin typeface="Play"/>
                <a:ea typeface="Play"/>
                <a:cs typeface="Play"/>
                <a:sym typeface="Play"/>
              </a:rPr>
              <a:t> </a:t>
            </a:r>
            <a:r>
              <a:rPr b="0" i="0" lang="en" sz="1100" u="none" cap="none" strike="noStrike">
                <a:solidFill>
                  <a:schemeClr val="dk1"/>
                </a:solidFill>
                <a:latin typeface="Play"/>
                <a:ea typeface="Play"/>
                <a:cs typeface="Play"/>
                <a:sym typeface="Play"/>
              </a:rPr>
              <a:t>/ 15</a:t>
            </a:r>
            <a:endParaRPr b="0" i="0" sz="1500" u="none" cap="none" strike="noStrike">
              <a:solidFill>
                <a:schemeClr val="dk1"/>
              </a:solidFill>
              <a:latin typeface="Play"/>
              <a:ea typeface="Play"/>
              <a:cs typeface="Play"/>
              <a:sym typeface="Play"/>
            </a:endParaRPr>
          </a:p>
        </p:txBody>
      </p:sp>
      <p:sp>
        <p:nvSpPr>
          <p:cNvPr id="127" name="Google Shape;127;p17"/>
          <p:cNvSpPr txBox="1"/>
          <p:nvPr>
            <p:ph idx="1" type="body"/>
          </p:nvPr>
        </p:nvSpPr>
        <p:spPr>
          <a:xfrm>
            <a:off x="4901796" y="989242"/>
            <a:ext cx="3514500" cy="3101700"/>
          </a:xfrm>
          <a:prstGeom prst="rect">
            <a:avLst/>
          </a:prstGeom>
          <a:noFill/>
          <a:ln>
            <a:noFill/>
          </a:ln>
        </p:spPr>
        <p:txBody>
          <a:bodyPr anchorCtr="0" anchor="t" bIns="34275" lIns="68575" spcFirstLastPara="1" rIns="68575" wrap="square" tIns="34275">
            <a:no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Play"/>
                <a:ea typeface="Play"/>
                <a:cs typeface="Play"/>
                <a:sym typeface="Play"/>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Play"/>
                <a:ea typeface="Play"/>
                <a:cs typeface="Play"/>
                <a:sym typeface="Play"/>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Play"/>
                <a:ea typeface="Play"/>
                <a:cs typeface="Play"/>
                <a:sym typeface="Play"/>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Play"/>
                <a:ea typeface="Play"/>
                <a:cs typeface="Play"/>
                <a:sym typeface="Play"/>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Play"/>
                <a:ea typeface="Play"/>
                <a:cs typeface="Play"/>
                <a:sym typeface="Play"/>
              </a:defRPr>
            </a:lvl5pPr>
            <a:lvl6pPr indent="-317500" lvl="5" marL="2743200"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Play"/>
                <a:ea typeface="Play"/>
                <a:cs typeface="Play"/>
                <a:sym typeface="Play"/>
              </a:defRPr>
            </a:lvl6pPr>
            <a:lvl7pPr indent="-317500" lvl="6" marL="3200400"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Play"/>
                <a:ea typeface="Play"/>
                <a:cs typeface="Play"/>
                <a:sym typeface="Play"/>
              </a:defRPr>
            </a:lvl7pPr>
            <a:lvl8pPr indent="-317500" lvl="7" marL="3657600"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Play"/>
                <a:ea typeface="Play"/>
                <a:cs typeface="Play"/>
                <a:sym typeface="Play"/>
              </a:defRPr>
            </a:lvl8pPr>
            <a:lvl9pPr indent="-317500" lvl="8" marL="4114800"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Play"/>
                <a:ea typeface="Play"/>
                <a:cs typeface="Play"/>
                <a:sym typeface="Play"/>
              </a:defRPr>
            </a:lvl9pPr>
          </a:lstStyle>
          <a:p/>
        </p:txBody>
      </p:sp>
      <p:sp>
        <p:nvSpPr>
          <p:cNvPr id="128" name="Google Shape;128;p17"/>
          <p:cNvSpPr txBox="1"/>
          <p:nvPr>
            <p:ph type="title"/>
          </p:nvPr>
        </p:nvSpPr>
        <p:spPr>
          <a:xfrm>
            <a:off x="1681925" y="118568"/>
            <a:ext cx="6107400" cy="994200"/>
          </a:xfrm>
          <a:prstGeom prst="rect">
            <a:avLst/>
          </a:prstGeom>
          <a:noFill/>
          <a:ln>
            <a:noFill/>
          </a:ln>
        </p:spPr>
        <p:txBody>
          <a:bodyPr anchorCtr="0" anchor="t" bIns="34275" lIns="68575" spcFirstLastPara="1" rIns="68575" wrap="square" tIns="34275">
            <a:noAutofit/>
          </a:bodyPr>
          <a:lstStyle>
            <a:lvl1pPr lvl="0" marR="0" algn="ctr">
              <a:lnSpc>
                <a:spcPct val="90000"/>
              </a:lnSpc>
              <a:spcBef>
                <a:spcPts val="0"/>
              </a:spcBef>
              <a:spcAft>
                <a:spcPts val="0"/>
              </a:spcAft>
              <a:buClr>
                <a:schemeClr val="lt1"/>
              </a:buClr>
              <a:buSzPts val="5000"/>
              <a:buFont typeface="Arial"/>
              <a:buNone/>
              <a:defRPr b="0" i="0" sz="5000" u="none" cap="none" strike="noStrike">
                <a:solidFill>
                  <a:schemeClr val="lt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129" name="Shape 129"/>
        <p:cNvGrpSpPr/>
        <p:nvPr/>
      </p:nvGrpSpPr>
      <p:grpSpPr>
        <a:xfrm>
          <a:off x="0" y="0"/>
          <a:ext cx="0" cy="0"/>
          <a:chOff x="0" y="0"/>
          <a:chExt cx="0" cy="0"/>
        </a:xfrm>
      </p:grpSpPr>
      <p:sp>
        <p:nvSpPr>
          <p:cNvPr id="130" name="Google Shape;130;p18"/>
          <p:cNvSpPr/>
          <p:nvPr>
            <p:ph idx="2" type="pic"/>
          </p:nvPr>
        </p:nvSpPr>
        <p:spPr>
          <a:xfrm>
            <a:off x="2017936" y="986725"/>
            <a:ext cx="2716200" cy="1435200"/>
          </a:xfrm>
          <a:prstGeom prst="roundRect">
            <a:avLst>
              <a:gd fmla="val 9474" name="adj"/>
            </a:avLst>
          </a:prstGeom>
          <a:solidFill>
            <a:schemeClr val="dk1"/>
          </a:solidFill>
          <a:ln>
            <a:noFill/>
          </a:ln>
        </p:spPr>
      </p:sp>
      <p:sp>
        <p:nvSpPr>
          <p:cNvPr id="131" name="Google Shape;131;p18"/>
          <p:cNvSpPr/>
          <p:nvPr>
            <p:ph idx="3" type="pic"/>
          </p:nvPr>
        </p:nvSpPr>
        <p:spPr>
          <a:xfrm>
            <a:off x="2017936" y="2684381"/>
            <a:ext cx="2716200" cy="1435200"/>
          </a:xfrm>
          <a:prstGeom prst="roundRect">
            <a:avLst>
              <a:gd fmla="val 10284" name="adj"/>
            </a:avLst>
          </a:prstGeom>
          <a:solidFill>
            <a:schemeClr val="dk1"/>
          </a:solidFill>
          <a:ln>
            <a:noFill/>
          </a:ln>
        </p:spPr>
      </p:sp>
      <p:sp>
        <p:nvSpPr>
          <p:cNvPr id="132" name="Google Shape;132;p18"/>
          <p:cNvSpPr txBox="1"/>
          <p:nvPr>
            <p:ph idx="1" type="body"/>
          </p:nvPr>
        </p:nvSpPr>
        <p:spPr>
          <a:xfrm>
            <a:off x="4901796" y="989242"/>
            <a:ext cx="3514500" cy="3101700"/>
          </a:xfrm>
          <a:prstGeom prst="rect">
            <a:avLst/>
          </a:prstGeom>
          <a:noFill/>
          <a:ln>
            <a:noFill/>
          </a:ln>
        </p:spPr>
        <p:txBody>
          <a:bodyPr anchorCtr="0" anchor="t" bIns="34275" lIns="68575" spcFirstLastPara="1" rIns="68575" wrap="square" tIns="34275">
            <a:no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Play"/>
                <a:ea typeface="Play"/>
                <a:cs typeface="Play"/>
                <a:sym typeface="Play"/>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Play"/>
                <a:ea typeface="Play"/>
                <a:cs typeface="Play"/>
                <a:sym typeface="Play"/>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Play"/>
                <a:ea typeface="Play"/>
                <a:cs typeface="Play"/>
                <a:sym typeface="Play"/>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Play"/>
                <a:ea typeface="Play"/>
                <a:cs typeface="Play"/>
                <a:sym typeface="Play"/>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Play"/>
                <a:ea typeface="Play"/>
                <a:cs typeface="Play"/>
                <a:sym typeface="Play"/>
              </a:defRPr>
            </a:lvl5pPr>
            <a:lvl6pPr indent="-317500" lvl="5" marL="2743200"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Play"/>
                <a:ea typeface="Play"/>
                <a:cs typeface="Play"/>
                <a:sym typeface="Play"/>
              </a:defRPr>
            </a:lvl6pPr>
            <a:lvl7pPr indent="-317500" lvl="6" marL="3200400"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Play"/>
                <a:ea typeface="Play"/>
                <a:cs typeface="Play"/>
                <a:sym typeface="Play"/>
              </a:defRPr>
            </a:lvl7pPr>
            <a:lvl8pPr indent="-317500" lvl="7" marL="3657600"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Play"/>
                <a:ea typeface="Play"/>
                <a:cs typeface="Play"/>
                <a:sym typeface="Play"/>
              </a:defRPr>
            </a:lvl8pPr>
            <a:lvl9pPr indent="-317500" lvl="8" marL="4114800"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Play"/>
                <a:ea typeface="Play"/>
                <a:cs typeface="Play"/>
                <a:sym typeface="Play"/>
              </a:defRPr>
            </a:lvl9pPr>
          </a:lstStyle>
          <a:p/>
        </p:txBody>
      </p:sp>
      <p:sp>
        <p:nvSpPr>
          <p:cNvPr id="133" name="Google Shape;133;p18"/>
          <p:cNvSpPr txBox="1"/>
          <p:nvPr>
            <p:ph type="title"/>
          </p:nvPr>
        </p:nvSpPr>
        <p:spPr>
          <a:xfrm>
            <a:off x="1681925" y="118568"/>
            <a:ext cx="6107400" cy="994200"/>
          </a:xfrm>
          <a:prstGeom prst="rect">
            <a:avLst/>
          </a:prstGeom>
          <a:noFill/>
          <a:ln>
            <a:noFill/>
          </a:ln>
        </p:spPr>
        <p:txBody>
          <a:bodyPr anchorCtr="0" anchor="t" bIns="34275" lIns="68575" spcFirstLastPara="1" rIns="68575" wrap="square" tIns="34275">
            <a:noAutofit/>
          </a:bodyPr>
          <a:lstStyle>
            <a:lvl1pPr lvl="0" marR="0" algn="ctr">
              <a:lnSpc>
                <a:spcPct val="90000"/>
              </a:lnSpc>
              <a:spcBef>
                <a:spcPts val="0"/>
              </a:spcBef>
              <a:spcAft>
                <a:spcPts val="0"/>
              </a:spcAft>
              <a:buClr>
                <a:schemeClr val="dk1"/>
              </a:buClr>
              <a:buSzPts val="5000"/>
              <a:buFont typeface="Arial"/>
              <a:buNone/>
              <a:defRPr b="0" i="0" sz="50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ustom Layout">
  <p:cSld name="3_Custom Layout">
    <p:spTree>
      <p:nvGrpSpPr>
        <p:cNvPr id="134" name="Shape 134"/>
        <p:cNvGrpSpPr/>
        <p:nvPr/>
      </p:nvGrpSpPr>
      <p:grpSpPr>
        <a:xfrm>
          <a:off x="0" y="0"/>
          <a:ext cx="0" cy="0"/>
          <a:chOff x="0" y="0"/>
          <a:chExt cx="0" cy="0"/>
        </a:xfrm>
      </p:grpSpPr>
      <p:sp>
        <p:nvSpPr>
          <p:cNvPr id="135" name="Google Shape;135;p19"/>
          <p:cNvSpPr/>
          <p:nvPr>
            <p:ph idx="2" type="pic"/>
          </p:nvPr>
        </p:nvSpPr>
        <p:spPr>
          <a:xfrm>
            <a:off x="5044958" y="1276023"/>
            <a:ext cx="1012800" cy="1012800"/>
          </a:xfrm>
          <a:prstGeom prst="rect">
            <a:avLst/>
          </a:prstGeom>
          <a:solidFill>
            <a:schemeClr val="dk1"/>
          </a:solidFill>
          <a:ln>
            <a:noFill/>
          </a:ln>
        </p:spPr>
      </p:sp>
      <p:sp>
        <p:nvSpPr>
          <p:cNvPr id="136" name="Google Shape;136;p19"/>
          <p:cNvSpPr/>
          <p:nvPr>
            <p:ph idx="3" type="pic"/>
          </p:nvPr>
        </p:nvSpPr>
        <p:spPr>
          <a:xfrm>
            <a:off x="5044373" y="2869406"/>
            <a:ext cx="1013100" cy="1013100"/>
          </a:xfrm>
          <a:prstGeom prst="rect">
            <a:avLst/>
          </a:prstGeom>
          <a:solidFill>
            <a:schemeClr val="dk1"/>
          </a:solidFill>
          <a:ln>
            <a:noFill/>
          </a:ln>
        </p:spPr>
      </p:sp>
      <p:sp>
        <p:nvSpPr>
          <p:cNvPr id="137" name="Google Shape;137;p19"/>
          <p:cNvSpPr txBox="1"/>
          <p:nvPr>
            <p:ph idx="1" type="body"/>
          </p:nvPr>
        </p:nvSpPr>
        <p:spPr>
          <a:xfrm>
            <a:off x="942272" y="1020945"/>
            <a:ext cx="3514500" cy="3101700"/>
          </a:xfrm>
          <a:prstGeom prst="rect">
            <a:avLst/>
          </a:prstGeom>
          <a:noFill/>
          <a:ln>
            <a:noFill/>
          </a:ln>
        </p:spPr>
        <p:txBody>
          <a:bodyPr anchorCtr="0" anchor="t" bIns="34275" lIns="68575" spcFirstLastPara="1" rIns="68575" wrap="square" tIns="34275">
            <a:no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Play"/>
                <a:ea typeface="Play"/>
                <a:cs typeface="Play"/>
                <a:sym typeface="Play"/>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Play"/>
                <a:ea typeface="Play"/>
                <a:cs typeface="Play"/>
                <a:sym typeface="Play"/>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Play"/>
                <a:ea typeface="Play"/>
                <a:cs typeface="Play"/>
                <a:sym typeface="Play"/>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Play"/>
                <a:ea typeface="Play"/>
                <a:cs typeface="Play"/>
                <a:sym typeface="Play"/>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Play"/>
                <a:ea typeface="Play"/>
                <a:cs typeface="Play"/>
                <a:sym typeface="Play"/>
              </a:defRPr>
            </a:lvl5pPr>
            <a:lvl6pPr indent="-317500" lvl="5" marL="2743200"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Play"/>
                <a:ea typeface="Play"/>
                <a:cs typeface="Play"/>
                <a:sym typeface="Play"/>
              </a:defRPr>
            </a:lvl6pPr>
            <a:lvl7pPr indent="-317500" lvl="6" marL="3200400"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Play"/>
                <a:ea typeface="Play"/>
                <a:cs typeface="Play"/>
                <a:sym typeface="Play"/>
              </a:defRPr>
            </a:lvl7pPr>
            <a:lvl8pPr indent="-317500" lvl="7" marL="3657600"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Play"/>
                <a:ea typeface="Play"/>
                <a:cs typeface="Play"/>
                <a:sym typeface="Play"/>
              </a:defRPr>
            </a:lvl8pPr>
            <a:lvl9pPr indent="-317500" lvl="8" marL="4114800"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Play"/>
                <a:ea typeface="Play"/>
                <a:cs typeface="Play"/>
                <a:sym typeface="Play"/>
              </a:defRPr>
            </a:lvl9pPr>
          </a:lstStyle>
          <a:p/>
        </p:txBody>
      </p:sp>
      <p:sp>
        <p:nvSpPr>
          <p:cNvPr id="138" name="Google Shape;138;p19"/>
          <p:cNvSpPr txBox="1"/>
          <p:nvPr>
            <p:ph type="title"/>
          </p:nvPr>
        </p:nvSpPr>
        <p:spPr>
          <a:xfrm>
            <a:off x="1681925" y="118568"/>
            <a:ext cx="6107400" cy="994200"/>
          </a:xfrm>
          <a:prstGeom prst="rect">
            <a:avLst/>
          </a:prstGeom>
          <a:noFill/>
          <a:ln>
            <a:noFill/>
          </a:ln>
        </p:spPr>
        <p:txBody>
          <a:bodyPr anchorCtr="0" anchor="t" bIns="34275" lIns="68575" spcFirstLastPara="1" rIns="68575" wrap="square" tIns="34275">
            <a:noAutofit/>
          </a:bodyPr>
          <a:lstStyle>
            <a:lvl1pPr lvl="0" marR="0" algn="ctr">
              <a:lnSpc>
                <a:spcPct val="90000"/>
              </a:lnSpc>
              <a:spcBef>
                <a:spcPts val="0"/>
              </a:spcBef>
              <a:spcAft>
                <a:spcPts val="0"/>
              </a:spcAft>
              <a:buClr>
                <a:schemeClr val="dk1"/>
              </a:buClr>
              <a:buSzPts val="5000"/>
              <a:buFont typeface="Arial"/>
              <a:buNone/>
              <a:defRPr b="0" i="0" sz="50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ustom Layout">
  <p:cSld name="4_Custom Layout">
    <p:spTree>
      <p:nvGrpSpPr>
        <p:cNvPr id="139" name="Shape 139"/>
        <p:cNvGrpSpPr/>
        <p:nvPr/>
      </p:nvGrpSpPr>
      <p:grpSpPr>
        <a:xfrm>
          <a:off x="0" y="0"/>
          <a:ext cx="0" cy="0"/>
          <a:chOff x="0" y="0"/>
          <a:chExt cx="0" cy="0"/>
        </a:xfrm>
      </p:grpSpPr>
      <p:sp>
        <p:nvSpPr>
          <p:cNvPr id="140" name="Google Shape;140;p20"/>
          <p:cNvSpPr/>
          <p:nvPr>
            <p:ph idx="2" type="pic"/>
          </p:nvPr>
        </p:nvSpPr>
        <p:spPr>
          <a:xfrm>
            <a:off x="981525" y="870857"/>
            <a:ext cx="3222300" cy="1611000"/>
          </a:xfrm>
          <a:prstGeom prst="roundRect">
            <a:avLst>
              <a:gd fmla="val 10459" name="adj"/>
            </a:avLst>
          </a:prstGeom>
          <a:solidFill>
            <a:schemeClr val="dk1"/>
          </a:solidFill>
          <a:ln>
            <a:noFill/>
          </a:ln>
        </p:spPr>
      </p:sp>
      <p:sp>
        <p:nvSpPr>
          <p:cNvPr id="141" name="Google Shape;141;p20"/>
          <p:cNvSpPr/>
          <p:nvPr>
            <p:ph idx="3" type="pic"/>
          </p:nvPr>
        </p:nvSpPr>
        <p:spPr>
          <a:xfrm>
            <a:off x="2387851" y="2640264"/>
            <a:ext cx="1818900" cy="1529400"/>
          </a:xfrm>
          <a:prstGeom prst="roundRect">
            <a:avLst>
              <a:gd fmla="val 11529" name="adj"/>
            </a:avLst>
          </a:prstGeom>
          <a:solidFill>
            <a:schemeClr val="dk1"/>
          </a:solidFill>
          <a:ln>
            <a:noFill/>
          </a:ln>
        </p:spPr>
      </p:sp>
      <p:sp>
        <p:nvSpPr>
          <p:cNvPr id="142" name="Google Shape;142;p20"/>
          <p:cNvSpPr txBox="1"/>
          <p:nvPr>
            <p:ph type="title"/>
          </p:nvPr>
        </p:nvSpPr>
        <p:spPr>
          <a:xfrm>
            <a:off x="1681925" y="118568"/>
            <a:ext cx="6107400" cy="994200"/>
          </a:xfrm>
          <a:prstGeom prst="rect">
            <a:avLst/>
          </a:prstGeom>
          <a:noFill/>
          <a:ln>
            <a:noFill/>
          </a:ln>
        </p:spPr>
        <p:txBody>
          <a:bodyPr anchorCtr="0" anchor="t" bIns="34275" lIns="68575" spcFirstLastPara="1" rIns="68575" wrap="square" tIns="34275">
            <a:noAutofit/>
          </a:bodyPr>
          <a:lstStyle>
            <a:lvl1pPr lvl="0" marR="0" algn="ctr">
              <a:lnSpc>
                <a:spcPct val="90000"/>
              </a:lnSpc>
              <a:spcBef>
                <a:spcPts val="0"/>
              </a:spcBef>
              <a:spcAft>
                <a:spcPts val="0"/>
              </a:spcAft>
              <a:buClr>
                <a:schemeClr val="dk1"/>
              </a:buClr>
              <a:buSzPts val="5000"/>
              <a:buFont typeface="Arial"/>
              <a:buNone/>
              <a:defRPr b="0" i="0" sz="50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43" name="Google Shape;143;p20"/>
          <p:cNvSpPr txBox="1"/>
          <p:nvPr>
            <p:ph idx="1" type="body"/>
          </p:nvPr>
        </p:nvSpPr>
        <p:spPr>
          <a:xfrm>
            <a:off x="4901796" y="989242"/>
            <a:ext cx="3514500" cy="3101700"/>
          </a:xfrm>
          <a:prstGeom prst="rect">
            <a:avLst/>
          </a:prstGeom>
          <a:noFill/>
          <a:ln>
            <a:noFill/>
          </a:ln>
        </p:spPr>
        <p:txBody>
          <a:bodyPr anchorCtr="0" anchor="t" bIns="34275" lIns="68575" spcFirstLastPara="1" rIns="68575" wrap="square" tIns="34275">
            <a:no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Play"/>
                <a:ea typeface="Play"/>
                <a:cs typeface="Play"/>
                <a:sym typeface="Play"/>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Play"/>
                <a:ea typeface="Play"/>
                <a:cs typeface="Play"/>
                <a:sym typeface="Play"/>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Play"/>
                <a:ea typeface="Play"/>
                <a:cs typeface="Play"/>
                <a:sym typeface="Play"/>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Play"/>
                <a:ea typeface="Play"/>
                <a:cs typeface="Play"/>
                <a:sym typeface="Play"/>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Play"/>
                <a:ea typeface="Play"/>
                <a:cs typeface="Play"/>
                <a:sym typeface="Play"/>
              </a:defRPr>
            </a:lvl5pPr>
            <a:lvl6pPr indent="-317500" lvl="5" marL="2743200"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Play"/>
                <a:ea typeface="Play"/>
                <a:cs typeface="Play"/>
                <a:sym typeface="Play"/>
              </a:defRPr>
            </a:lvl6pPr>
            <a:lvl7pPr indent="-317500" lvl="6" marL="3200400"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Play"/>
                <a:ea typeface="Play"/>
                <a:cs typeface="Play"/>
                <a:sym typeface="Play"/>
              </a:defRPr>
            </a:lvl7pPr>
            <a:lvl8pPr indent="-317500" lvl="7" marL="3657600"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Play"/>
                <a:ea typeface="Play"/>
                <a:cs typeface="Play"/>
                <a:sym typeface="Play"/>
              </a:defRPr>
            </a:lvl8pPr>
            <a:lvl9pPr indent="-317500" lvl="8" marL="4114800"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Play"/>
                <a:ea typeface="Play"/>
                <a:cs typeface="Play"/>
                <a:sym typeface="Play"/>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ustom Layout">
  <p:cSld name="5_Custom Layout">
    <p:spTree>
      <p:nvGrpSpPr>
        <p:cNvPr id="144" name="Shape 144"/>
        <p:cNvGrpSpPr/>
        <p:nvPr/>
      </p:nvGrpSpPr>
      <p:grpSpPr>
        <a:xfrm>
          <a:off x="0" y="0"/>
          <a:ext cx="0" cy="0"/>
          <a:chOff x="0" y="0"/>
          <a:chExt cx="0" cy="0"/>
        </a:xfrm>
      </p:grpSpPr>
      <p:sp>
        <p:nvSpPr>
          <p:cNvPr id="145" name="Google Shape;145;p21"/>
          <p:cNvSpPr/>
          <p:nvPr>
            <p:ph idx="2" type="pic"/>
          </p:nvPr>
        </p:nvSpPr>
        <p:spPr>
          <a:xfrm>
            <a:off x="5273608" y="514350"/>
            <a:ext cx="3413100" cy="3413100"/>
          </a:xfrm>
          <a:prstGeom prst="rect">
            <a:avLst/>
          </a:prstGeom>
          <a:solidFill>
            <a:schemeClr val="dk1"/>
          </a:solidFill>
          <a:ln>
            <a:noFill/>
          </a:ln>
        </p:spPr>
      </p:sp>
      <p:sp>
        <p:nvSpPr>
          <p:cNvPr id="146" name="Google Shape;146;p21"/>
          <p:cNvSpPr/>
          <p:nvPr>
            <p:ph idx="3" type="pic"/>
          </p:nvPr>
        </p:nvSpPr>
        <p:spPr>
          <a:xfrm>
            <a:off x="4772504" y="2800192"/>
            <a:ext cx="1455600" cy="1455600"/>
          </a:xfrm>
          <a:prstGeom prst="rect">
            <a:avLst/>
          </a:prstGeom>
          <a:solidFill>
            <a:schemeClr val="dk1"/>
          </a:solidFill>
          <a:ln>
            <a:noFill/>
          </a:ln>
        </p:spPr>
      </p:sp>
      <p:sp>
        <p:nvSpPr>
          <p:cNvPr id="147" name="Google Shape;147;p21"/>
          <p:cNvSpPr txBox="1"/>
          <p:nvPr>
            <p:ph idx="1" type="body"/>
          </p:nvPr>
        </p:nvSpPr>
        <p:spPr>
          <a:xfrm>
            <a:off x="556483" y="918074"/>
            <a:ext cx="3514500" cy="3101700"/>
          </a:xfrm>
          <a:prstGeom prst="rect">
            <a:avLst/>
          </a:prstGeom>
          <a:noFill/>
          <a:ln>
            <a:noFill/>
          </a:ln>
        </p:spPr>
        <p:txBody>
          <a:bodyPr anchorCtr="0" anchor="t" bIns="34275" lIns="68575" spcFirstLastPara="1" rIns="68575" wrap="square" tIns="34275">
            <a:no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Play"/>
                <a:ea typeface="Play"/>
                <a:cs typeface="Play"/>
                <a:sym typeface="Play"/>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Play"/>
                <a:ea typeface="Play"/>
                <a:cs typeface="Play"/>
                <a:sym typeface="Play"/>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Play"/>
                <a:ea typeface="Play"/>
                <a:cs typeface="Play"/>
                <a:sym typeface="Play"/>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Play"/>
                <a:ea typeface="Play"/>
                <a:cs typeface="Play"/>
                <a:sym typeface="Play"/>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Play"/>
                <a:ea typeface="Play"/>
                <a:cs typeface="Play"/>
                <a:sym typeface="Play"/>
              </a:defRPr>
            </a:lvl5pPr>
            <a:lvl6pPr indent="-317500" lvl="5" marL="2743200"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Play"/>
                <a:ea typeface="Play"/>
                <a:cs typeface="Play"/>
                <a:sym typeface="Play"/>
              </a:defRPr>
            </a:lvl6pPr>
            <a:lvl7pPr indent="-317500" lvl="6" marL="3200400"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Play"/>
                <a:ea typeface="Play"/>
                <a:cs typeface="Play"/>
                <a:sym typeface="Play"/>
              </a:defRPr>
            </a:lvl7pPr>
            <a:lvl8pPr indent="-317500" lvl="7" marL="3657600"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Play"/>
                <a:ea typeface="Play"/>
                <a:cs typeface="Play"/>
                <a:sym typeface="Play"/>
              </a:defRPr>
            </a:lvl8pPr>
            <a:lvl9pPr indent="-317500" lvl="8" marL="4114800"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Play"/>
                <a:ea typeface="Play"/>
                <a:cs typeface="Play"/>
                <a:sym typeface="Play"/>
              </a:defRPr>
            </a:lvl9pPr>
          </a:lstStyle>
          <a:p/>
        </p:txBody>
      </p:sp>
      <p:sp>
        <p:nvSpPr>
          <p:cNvPr id="148" name="Google Shape;148;p21"/>
          <p:cNvSpPr txBox="1"/>
          <p:nvPr>
            <p:ph type="title"/>
          </p:nvPr>
        </p:nvSpPr>
        <p:spPr>
          <a:xfrm>
            <a:off x="1681925" y="118568"/>
            <a:ext cx="6107400" cy="994200"/>
          </a:xfrm>
          <a:prstGeom prst="rect">
            <a:avLst/>
          </a:prstGeom>
          <a:noFill/>
          <a:ln>
            <a:noFill/>
          </a:ln>
        </p:spPr>
        <p:txBody>
          <a:bodyPr anchorCtr="0" anchor="t" bIns="34275" lIns="68575" spcFirstLastPara="1" rIns="68575" wrap="square" tIns="34275">
            <a:noAutofit/>
          </a:bodyPr>
          <a:lstStyle>
            <a:lvl1pPr lvl="0" marR="0" algn="ctr">
              <a:lnSpc>
                <a:spcPct val="90000"/>
              </a:lnSpc>
              <a:spcBef>
                <a:spcPts val="0"/>
              </a:spcBef>
              <a:spcAft>
                <a:spcPts val="0"/>
              </a:spcAft>
              <a:buClr>
                <a:schemeClr val="dk1"/>
              </a:buClr>
              <a:buSzPts val="5000"/>
              <a:buFont typeface="Arial"/>
              <a:buNone/>
              <a:defRPr b="0" i="0" sz="50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ustom Layout">
  <p:cSld name="6_Custom Layout">
    <p:spTree>
      <p:nvGrpSpPr>
        <p:cNvPr id="149" name="Shape 149"/>
        <p:cNvGrpSpPr/>
        <p:nvPr/>
      </p:nvGrpSpPr>
      <p:grpSpPr>
        <a:xfrm>
          <a:off x="0" y="0"/>
          <a:ext cx="0" cy="0"/>
          <a:chOff x="0" y="0"/>
          <a:chExt cx="0" cy="0"/>
        </a:xfrm>
      </p:grpSpPr>
      <p:sp>
        <p:nvSpPr>
          <p:cNvPr id="150" name="Google Shape;150;p22"/>
          <p:cNvSpPr/>
          <p:nvPr>
            <p:ph idx="2" type="pic"/>
          </p:nvPr>
        </p:nvSpPr>
        <p:spPr>
          <a:xfrm>
            <a:off x="0" y="952764"/>
            <a:ext cx="4291200" cy="1579200"/>
          </a:xfrm>
          <a:prstGeom prst="rect">
            <a:avLst/>
          </a:prstGeom>
          <a:solidFill>
            <a:schemeClr val="dk1"/>
          </a:solidFill>
          <a:ln>
            <a:noFill/>
          </a:ln>
        </p:spPr>
      </p:sp>
      <p:sp>
        <p:nvSpPr>
          <p:cNvPr id="151" name="Google Shape;151;p22"/>
          <p:cNvSpPr/>
          <p:nvPr>
            <p:ph idx="3" type="pic"/>
          </p:nvPr>
        </p:nvSpPr>
        <p:spPr>
          <a:xfrm>
            <a:off x="0" y="2677357"/>
            <a:ext cx="2392200" cy="1579200"/>
          </a:xfrm>
          <a:prstGeom prst="rect">
            <a:avLst/>
          </a:prstGeom>
          <a:solidFill>
            <a:schemeClr val="dk1"/>
          </a:solidFill>
          <a:ln>
            <a:noFill/>
          </a:ln>
        </p:spPr>
      </p:sp>
      <p:sp>
        <p:nvSpPr>
          <p:cNvPr id="152" name="Google Shape;152;p22"/>
          <p:cNvSpPr txBox="1"/>
          <p:nvPr>
            <p:ph idx="1" type="body"/>
          </p:nvPr>
        </p:nvSpPr>
        <p:spPr>
          <a:xfrm>
            <a:off x="4901796" y="989242"/>
            <a:ext cx="3514500" cy="3101700"/>
          </a:xfrm>
          <a:prstGeom prst="rect">
            <a:avLst/>
          </a:prstGeom>
          <a:noFill/>
          <a:ln>
            <a:noFill/>
          </a:ln>
        </p:spPr>
        <p:txBody>
          <a:bodyPr anchorCtr="0" anchor="t" bIns="34275" lIns="68575" spcFirstLastPara="1" rIns="68575" wrap="square" tIns="34275">
            <a:no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Play"/>
                <a:ea typeface="Play"/>
                <a:cs typeface="Play"/>
                <a:sym typeface="Play"/>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Play"/>
                <a:ea typeface="Play"/>
                <a:cs typeface="Play"/>
                <a:sym typeface="Play"/>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Play"/>
                <a:ea typeface="Play"/>
                <a:cs typeface="Play"/>
                <a:sym typeface="Play"/>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Play"/>
                <a:ea typeface="Play"/>
                <a:cs typeface="Play"/>
                <a:sym typeface="Play"/>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Play"/>
                <a:ea typeface="Play"/>
                <a:cs typeface="Play"/>
                <a:sym typeface="Play"/>
              </a:defRPr>
            </a:lvl5pPr>
            <a:lvl6pPr indent="-317500" lvl="5" marL="2743200"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Play"/>
                <a:ea typeface="Play"/>
                <a:cs typeface="Play"/>
                <a:sym typeface="Play"/>
              </a:defRPr>
            </a:lvl6pPr>
            <a:lvl7pPr indent="-317500" lvl="6" marL="3200400"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Play"/>
                <a:ea typeface="Play"/>
                <a:cs typeface="Play"/>
                <a:sym typeface="Play"/>
              </a:defRPr>
            </a:lvl7pPr>
            <a:lvl8pPr indent="-317500" lvl="7" marL="3657600"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Play"/>
                <a:ea typeface="Play"/>
                <a:cs typeface="Play"/>
                <a:sym typeface="Play"/>
              </a:defRPr>
            </a:lvl8pPr>
            <a:lvl9pPr indent="-317500" lvl="8" marL="4114800"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Play"/>
                <a:ea typeface="Play"/>
                <a:cs typeface="Play"/>
                <a:sym typeface="Play"/>
              </a:defRPr>
            </a:lvl9pPr>
          </a:lstStyle>
          <a:p/>
        </p:txBody>
      </p:sp>
      <p:sp>
        <p:nvSpPr>
          <p:cNvPr id="153" name="Google Shape;153;p22"/>
          <p:cNvSpPr txBox="1"/>
          <p:nvPr>
            <p:ph type="title"/>
          </p:nvPr>
        </p:nvSpPr>
        <p:spPr>
          <a:xfrm>
            <a:off x="1681925" y="118568"/>
            <a:ext cx="6107400" cy="994200"/>
          </a:xfrm>
          <a:prstGeom prst="rect">
            <a:avLst/>
          </a:prstGeom>
          <a:noFill/>
          <a:ln>
            <a:noFill/>
          </a:ln>
        </p:spPr>
        <p:txBody>
          <a:bodyPr anchorCtr="0" anchor="t" bIns="34275" lIns="68575" spcFirstLastPara="1" rIns="68575" wrap="square" tIns="34275">
            <a:noAutofit/>
          </a:bodyPr>
          <a:lstStyle>
            <a:lvl1pPr lvl="0" marR="0" algn="ctr">
              <a:lnSpc>
                <a:spcPct val="90000"/>
              </a:lnSpc>
              <a:spcBef>
                <a:spcPts val="0"/>
              </a:spcBef>
              <a:spcAft>
                <a:spcPts val="0"/>
              </a:spcAft>
              <a:buClr>
                <a:schemeClr val="dk1"/>
              </a:buClr>
              <a:buSzPts val="5000"/>
              <a:buFont typeface="Arial"/>
              <a:buNone/>
              <a:defRPr b="0" i="0" sz="50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Custom Layout">
  <p:cSld name="7_Custom Layout">
    <p:spTree>
      <p:nvGrpSpPr>
        <p:cNvPr id="154" name="Shape 154"/>
        <p:cNvGrpSpPr/>
        <p:nvPr/>
      </p:nvGrpSpPr>
      <p:grpSpPr>
        <a:xfrm>
          <a:off x="0" y="0"/>
          <a:ext cx="0" cy="0"/>
          <a:chOff x="0" y="0"/>
          <a:chExt cx="0" cy="0"/>
        </a:xfrm>
      </p:grpSpPr>
      <p:sp>
        <p:nvSpPr>
          <p:cNvPr id="155" name="Google Shape;155;p23"/>
          <p:cNvSpPr/>
          <p:nvPr>
            <p:ph idx="2" type="pic"/>
          </p:nvPr>
        </p:nvSpPr>
        <p:spPr>
          <a:xfrm>
            <a:off x="0" y="0"/>
            <a:ext cx="9144000" cy="2743200"/>
          </a:xfrm>
          <a:prstGeom prst="rect">
            <a:avLst/>
          </a:prstGeom>
          <a:solidFill>
            <a:schemeClr val="dk1"/>
          </a:solidFill>
          <a:ln>
            <a:noFill/>
          </a:ln>
        </p:spPr>
      </p:sp>
      <p:sp>
        <p:nvSpPr>
          <p:cNvPr id="156" name="Google Shape;156;p23"/>
          <p:cNvSpPr/>
          <p:nvPr>
            <p:ph idx="3" type="pic"/>
          </p:nvPr>
        </p:nvSpPr>
        <p:spPr>
          <a:xfrm>
            <a:off x="1338943" y="1897012"/>
            <a:ext cx="2939100" cy="1600200"/>
          </a:xfrm>
          <a:prstGeom prst="rect">
            <a:avLst/>
          </a:prstGeom>
          <a:solidFill>
            <a:schemeClr val="dk1"/>
          </a:solidFill>
          <a:ln>
            <a:noFill/>
          </a:ln>
        </p:spPr>
      </p:sp>
      <p:sp>
        <p:nvSpPr>
          <p:cNvPr id="157" name="Google Shape;157;p23"/>
          <p:cNvSpPr/>
          <p:nvPr>
            <p:ph idx="4" type="pic"/>
          </p:nvPr>
        </p:nvSpPr>
        <p:spPr>
          <a:xfrm>
            <a:off x="4912179" y="1897012"/>
            <a:ext cx="2939100" cy="1600200"/>
          </a:xfrm>
          <a:prstGeom prst="rect">
            <a:avLst/>
          </a:prstGeom>
          <a:solidFill>
            <a:schemeClr val="dk1"/>
          </a:solid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Custom Layout">
  <p:cSld name="8_Custom Layout">
    <p:spTree>
      <p:nvGrpSpPr>
        <p:cNvPr id="158" name="Shape 158"/>
        <p:cNvGrpSpPr/>
        <p:nvPr/>
      </p:nvGrpSpPr>
      <p:grpSpPr>
        <a:xfrm>
          <a:off x="0" y="0"/>
          <a:ext cx="0" cy="0"/>
          <a:chOff x="0" y="0"/>
          <a:chExt cx="0" cy="0"/>
        </a:xfrm>
      </p:grpSpPr>
      <p:sp>
        <p:nvSpPr>
          <p:cNvPr id="159" name="Google Shape;159;p24"/>
          <p:cNvSpPr/>
          <p:nvPr>
            <p:ph idx="2" type="pic"/>
          </p:nvPr>
        </p:nvSpPr>
        <p:spPr>
          <a:xfrm>
            <a:off x="3679214" y="970472"/>
            <a:ext cx="2637000" cy="4173000"/>
          </a:xfrm>
          <a:prstGeom prst="rect">
            <a:avLst/>
          </a:prstGeom>
          <a:solidFill>
            <a:schemeClr val="dk1"/>
          </a:solidFill>
          <a:ln>
            <a:noFill/>
          </a:ln>
        </p:spPr>
      </p:sp>
      <p:sp>
        <p:nvSpPr>
          <p:cNvPr id="160" name="Google Shape;160;p24"/>
          <p:cNvSpPr txBox="1"/>
          <p:nvPr>
            <p:ph type="title"/>
          </p:nvPr>
        </p:nvSpPr>
        <p:spPr>
          <a:xfrm>
            <a:off x="1681925" y="118568"/>
            <a:ext cx="6107400" cy="994200"/>
          </a:xfrm>
          <a:prstGeom prst="rect">
            <a:avLst/>
          </a:prstGeom>
          <a:noFill/>
          <a:ln>
            <a:noFill/>
          </a:ln>
        </p:spPr>
        <p:txBody>
          <a:bodyPr anchorCtr="0" anchor="t" bIns="34275" lIns="68575" spcFirstLastPara="1" rIns="68575" wrap="square" tIns="34275">
            <a:noAutofit/>
          </a:bodyPr>
          <a:lstStyle>
            <a:lvl1pPr lvl="0" marR="0" algn="ctr">
              <a:lnSpc>
                <a:spcPct val="90000"/>
              </a:lnSpc>
              <a:spcBef>
                <a:spcPts val="0"/>
              </a:spcBef>
              <a:spcAft>
                <a:spcPts val="0"/>
              </a:spcAft>
              <a:buClr>
                <a:schemeClr val="dk1"/>
              </a:buClr>
              <a:buSzPts val="5000"/>
              <a:buFont typeface="Arial"/>
              <a:buNone/>
              <a:defRPr b="0" i="0" sz="50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Custom Layout">
  <p:cSld name="10_Custom Layout">
    <p:spTree>
      <p:nvGrpSpPr>
        <p:cNvPr id="161" name="Shape 161"/>
        <p:cNvGrpSpPr/>
        <p:nvPr/>
      </p:nvGrpSpPr>
      <p:grpSpPr>
        <a:xfrm>
          <a:off x="0" y="0"/>
          <a:ext cx="0" cy="0"/>
          <a:chOff x="0" y="0"/>
          <a:chExt cx="0" cy="0"/>
        </a:xfrm>
      </p:grpSpPr>
      <p:sp>
        <p:nvSpPr>
          <p:cNvPr id="162" name="Google Shape;162;p25"/>
          <p:cNvSpPr/>
          <p:nvPr>
            <p:ph idx="2" type="pic"/>
          </p:nvPr>
        </p:nvSpPr>
        <p:spPr>
          <a:xfrm>
            <a:off x="2856336" y="921123"/>
            <a:ext cx="2018100" cy="2354400"/>
          </a:xfrm>
          <a:prstGeom prst="rect">
            <a:avLst/>
          </a:prstGeom>
          <a:solidFill>
            <a:schemeClr val="dk1"/>
          </a:solidFill>
          <a:ln>
            <a:noFill/>
          </a:ln>
        </p:spPr>
      </p:sp>
      <p:sp>
        <p:nvSpPr>
          <p:cNvPr id="163" name="Google Shape;163;p25"/>
          <p:cNvSpPr/>
          <p:nvPr>
            <p:ph idx="3" type="pic"/>
          </p:nvPr>
        </p:nvSpPr>
        <p:spPr>
          <a:xfrm>
            <a:off x="2856336" y="3402106"/>
            <a:ext cx="2018100" cy="1741500"/>
          </a:xfrm>
          <a:prstGeom prst="rect">
            <a:avLst/>
          </a:prstGeom>
          <a:solidFill>
            <a:schemeClr val="dk1"/>
          </a:solidFill>
          <a:ln>
            <a:noFill/>
          </a:ln>
        </p:spPr>
      </p:sp>
      <p:sp>
        <p:nvSpPr>
          <p:cNvPr id="164" name="Google Shape;164;p25"/>
          <p:cNvSpPr txBox="1"/>
          <p:nvPr>
            <p:ph type="title"/>
          </p:nvPr>
        </p:nvSpPr>
        <p:spPr>
          <a:xfrm>
            <a:off x="1681925" y="118568"/>
            <a:ext cx="6107400" cy="994200"/>
          </a:xfrm>
          <a:prstGeom prst="rect">
            <a:avLst/>
          </a:prstGeom>
          <a:noFill/>
          <a:ln>
            <a:noFill/>
          </a:ln>
        </p:spPr>
        <p:txBody>
          <a:bodyPr anchorCtr="0" anchor="t" bIns="34275" lIns="68575" spcFirstLastPara="1" rIns="68575" wrap="square" tIns="34275">
            <a:noAutofit/>
          </a:bodyPr>
          <a:lstStyle>
            <a:lvl1pPr lvl="0" marR="0" algn="ctr">
              <a:lnSpc>
                <a:spcPct val="90000"/>
              </a:lnSpc>
              <a:spcBef>
                <a:spcPts val="0"/>
              </a:spcBef>
              <a:spcAft>
                <a:spcPts val="0"/>
              </a:spcAft>
              <a:buClr>
                <a:schemeClr val="dk1"/>
              </a:buClr>
              <a:buSzPts val="5000"/>
              <a:buFont typeface="Arial"/>
              <a:buNone/>
              <a:defRPr b="0" i="0" sz="50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Custom Layout">
  <p:cSld name="9_Custom Layout">
    <p:spTree>
      <p:nvGrpSpPr>
        <p:cNvPr id="165" name="Shape 165"/>
        <p:cNvGrpSpPr/>
        <p:nvPr/>
      </p:nvGrpSpPr>
      <p:grpSpPr>
        <a:xfrm>
          <a:off x="0" y="0"/>
          <a:ext cx="0" cy="0"/>
          <a:chOff x="0" y="0"/>
          <a:chExt cx="0" cy="0"/>
        </a:xfrm>
      </p:grpSpPr>
      <p:sp>
        <p:nvSpPr>
          <p:cNvPr id="166" name="Google Shape;166;p26"/>
          <p:cNvSpPr/>
          <p:nvPr>
            <p:ph idx="2" type="pic"/>
          </p:nvPr>
        </p:nvSpPr>
        <p:spPr>
          <a:xfrm>
            <a:off x="4872658" y="1039889"/>
            <a:ext cx="3448800" cy="3063600"/>
          </a:xfrm>
          <a:prstGeom prst="rect">
            <a:avLst/>
          </a:prstGeom>
          <a:solidFill>
            <a:schemeClr val="dk1"/>
          </a:solidFill>
          <a:ln>
            <a:noFill/>
          </a:ln>
        </p:spPr>
      </p:sp>
      <p:sp>
        <p:nvSpPr>
          <p:cNvPr id="167" name="Google Shape;167;p26"/>
          <p:cNvSpPr txBox="1"/>
          <p:nvPr>
            <p:ph idx="1" type="body"/>
          </p:nvPr>
        </p:nvSpPr>
        <p:spPr>
          <a:xfrm>
            <a:off x="756704" y="1002001"/>
            <a:ext cx="3514500" cy="3101700"/>
          </a:xfrm>
          <a:prstGeom prst="rect">
            <a:avLst/>
          </a:prstGeom>
          <a:noFill/>
          <a:ln>
            <a:noFill/>
          </a:ln>
        </p:spPr>
        <p:txBody>
          <a:bodyPr anchorCtr="0" anchor="t" bIns="34275" lIns="68575" spcFirstLastPara="1" rIns="68575" wrap="square" tIns="34275">
            <a:no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Play"/>
                <a:ea typeface="Play"/>
                <a:cs typeface="Play"/>
                <a:sym typeface="Play"/>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Play"/>
                <a:ea typeface="Play"/>
                <a:cs typeface="Play"/>
                <a:sym typeface="Play"/>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Play"/>
                <a:ea typeface="Play"/>
                <a:cs typeface="Play"/>
                <a:sym typeface="Play"/>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Play"/>
                <a:ea typeface="Play"/>
                <a:cs typeface="Play"/>
                <a:sym typeface="Play"/>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Play"/>
                <a:ea typeface="Play"/>
                <a:cs typeface="Play"/>
                <a:sym typeface="Play"/>
              </a:defRPr>
            </a:lvl5pPr>
            <a:lvl6pPr indent="-317500" lvl="5" marL="2743200"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Play"/>
                <a:ea typeface="Play"/>
                <a:cs typeface="Play"/>
                <a:sym typeface="Play"/>
              </a:defRPr>
            </a:lvl6pPr>
            <a:lvl7pPr indent="-317500" lvl="6" marL="3200400"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Play"/>
                <a:ea typeface="Play"/>
                <a:cs typeface="Play"/>
                <a:sym typeface="Play"/>
              </a:defRPr>
            </a:lvl7pPr>
            <a:lvl8pPr indent="-317500" lvl="7" marL="3657600"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Play"/>
                <a:ea typeface="Play"/>
                <a:cs typeface="Play"/>
                <a:sym typeface="Play"/>
              </a:defRPr>
            </a:lvl8pPr>
            <a:lvl9pPr indent="-317500" lvl="8" marL="4114800"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Play"/>
                <a:ea typeface="Play"/>
                <a:cs typeface="Play"/>
                <a:sym typeface="Play"/>
              </a:defRPr>
            </a:lvl9pPr>
          </a:lstStyle>
          <a:p/>
        </p:txBody>
      </p:sp>
      <p:sp>
        <p:nvSpPr>
          <p:cNvPr id="168" name="Google Shape;168;p26"/>
          <p:cNvSpPr txBox="1"/>
          <p:nvPr>
            <p:ph type="title"/>
          </p:nvPr>
        </p:nvSpPr>
        <p:spPr>
          <a:xfrm>
            <a:off x="1681925" y="118568"/>
            <a:ext cx="6107400" cy="994200"/>
          </a:xfrm>
          <a:prstGeom prst="rect">
            <a:avLst/>
          </a:prstGeom>
          <a:noFill/>
          <a:ln>
            <a:noFill/>
          </a:ln>
        </p:spPr>
        <p:txBody>
          <a:bodyPr anchorCtr="0" anchor="t" bIns="34275" lIns="68575" spcFirstLastPara="1" rIns="68575" wrap="square" tIns="34275">
            <a:noAutofit/>
          </a:bodyPr>
          <a:lstStyle>
            <a:lvl1pPr lvl="0" marR="0" algn="ctr">
              <a:lnSpc>
                <a:spcPct val="90000"/>
              </a:lnSpc>
              <a:spcBef>
                <a:spcPts val="0"/>
              </a:spcBef>
              <a:spcAft>
                <a:spcPts val="0"/>
              </a:spcAft>
              <a:buClr>
                <a:schemeClr val="dk1"/>
              </a:buClr>
              <a:buSzPts val="5000"/>
              <a:buFont typeface="Arial"/>
              <a:buNone/>
              <a:defRPr b="0" i="0" sz="50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Custom Layout">
  <p:cSld name="11_Custom Layout">
    <p:spTree>
      <p:nvGrpSpPr>
        <p:cNvPr id="169" name="Shape 169"/>
        <p:cNvGrpSpPr/>
        <p:nvPr/>
      </p:nvGrpSpPr>
      <p:grpSpPr>
        <a:xfrm>
          <a:off x="0" y="0"/>
          <a:ext cx="0" cy="0"/>
          <a:chOff x="0" y="0"/>
          <a:chExt cx="0" cy="0"/>
        </a:xfrm>
      </p:grpSpPr>
      <p:sp>
        <p:nvSpPr>
          <p:cNvPr id="170" name="Google Shape;170;p27"/>
          <p:cNvSpPr/>
          <p:nvPr>
            <p:ph idx="2" type="pic"/>
          </p:nvPr>
        </p:nvSpPr>
        <p:spPr>
          <a:xfrm>
            <a:off x="793872" y="1227295"/>
            <a:ext cx="3497700" cy="1945200"/>
          </a:xfrm>
          <a:prstGeom prst="rect">
            <a:avLst/>
          </a:prstGeom>
          <a:solidFill>
            <a:schemeClr val="dk1"/>
          </a:solidFill>
          <a:ln>
            <a:noFill/>
          </a:ln>
        </p:spPr>
      </p:sp>
      <p:sp>
        <p:nvSpPr>
          <p:cNvPr id="171" name="Google Shape;171;p27"/>
          <p:cNvSpPr txBox="1"/>
          <p:nvPr>
            <p:ph idx="1" type="body"/>
          </p:nvPr>
        </p:nvSpPr>
        <p:spPr>
          <a:xfrm>
            <a:off x="4901796" y="989242"/>
            <a:ext cx="3514500" cy="3101700"/>
          </a:xfrm>
          <a:prstGeom prst="rect">
            <a:avLst/>
          </a:prstGeom>
          <a:noFill/>
          <a:ln>
            <a:noFill/>
          </a:ln>
        </p:spPr>
        <p:txBody>
          <a:bodyPr anchorCtr="0" anchor="t" bIns="34275" lIns="68575" spcFirstLastPara="1" rIns="68575" wrap="square" tIns="34275">
            <a:no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Play"/>
                <a:ea typeface="Play"/>
                <a:cs typeface="Play"/>
                <a:sym typeface="Play"/>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Play"/>
                <a:ea typeface="Play"/>
                <a:cs typeface="Play"/>
                <a:sym typeface="Play"/>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Play"/>
                <a:ea typeface="Play"/>
                <a:cs typeface="Play"/>
                <a:sym typeface="Play"/>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Play"/>
                <a:ea typeface="Play"/>
                <a:cs typeface="Play"/>
                <a:sym typeface="Play"/>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Play"/>
                <a:ea typeface="Play"/>
                <a:cs typeface="Play"/>
                <a:sym typeface="Play"/>
              </a:defRPr>
            </a:lvl5pPr>
            <a:lvl6pPr indent="-317500" lvl="5" marL="2743200"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Play"/>
                <a:ea typeface="Play"/>
                <a:cs typeface="Play"/>
                <a:sym typeface="Play"/>
              </a:defRPr>
            </a:lvl6pPr>
            <a:lvl7pPr indent="-317500" lvl="6" marL="3200400"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Play"/>
                <a:ea typeface="Play"/>
                <a:cs typeface="Play"/>
                <a:sym typeface="Play"/>
              </a:defRPr>
            </a:lvl7pPr>
            <a:lvl8pPr indent="-317500" lvl="7" marL="3657600"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Play"/>
                <a:ea typeface="Play"/>
                <a:cs typeface="Play"/>
                <a:sym typeface="Play"/>
              </a:defRPr>
            </a:lvl8pPr>
            <a:lvl9pPr indent="-317500" lvl="8" marL="4114800"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Play"/>
                <a:ea typeface="Play"/>
                <a:cs typeface="Play"/>
                <a:sym typeface="Play"/>
              </a:defRPr>
            </a:lvl9pPr>
          </a:lstStyle>
          <a:p/>
        </p:txBody>
      </p:sp>
      <p:sp>
        <p:nvSpPr>
          <p:cNvPr id="172" name="Google Shape;172;p27"/>
          <p:cNvSpPr txBox="1"/>
          <p:nvPr>
            <p:ph type="title"/>
          </p:nvPr>
        </p:nvSpPr>
        <p:spPr>
          <a:xfrm>
            <a:off x="1681925" y="118568"/>
            <a:ext cx="6107400" cy="994200"/>
          </a:xfrm>
          <a:prstGeom prst="rect">
            <a:avLst/>
          </a:prstGeom>
          <a:noFill/>
          <a:ln>
            <a:noFill/>
          </a:ln>
        </p:spPr>
        <p:txBody>
          <a:bodyPr anchorCtr="0" anchor="t" bIns="34275" lIns="68575" spcFirstLastPara="1" rIns="68575" wrap="square" tIns="34275">
            <a:noAutofit/>
          </a:bodyPr>
          <a:lstStyle>
            <a:lvl1pPr lvl="0" marR="0" algn="ctr">
              <a:lnSpc>
                <a:spcPct val="90000"/>
              </a:lnSpc>
              <a:spcBef>
                <a:spcPts val="0"/>
              </a:spcBef>
              <a:spcAft>
                <a:spcPts val="0"/>
              </a:spcAft>
              <a:buClr>
                <a:schemeClr val="dk1"/>
              </a:buClr>
              <a:buSzPts val="5000"/>
              <a:buFont typeface="Arial"/>
              <a:buNone/>
              <a:defRPr b="0" i="0" sz="50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Custom Layout">
  <p:cSld name="12_Custom Layout">
    <p:spTree>
      <p:nvGrpSpPr>
        <p:cNvPr id="173" name="Shape 173"/>
        <p:cNvGrpSpPr/>
        <p:nvPr/>
      </p:nvGrpSpPr>
      <p:grpSpPr>
        <a:xfrm>
          <a:off x="0" y="0"/>
          <a:ext cx="0" cy="0"/>
          <a:chOff x="0" y="0"/>
          <a:chExt cx="0" cy="0"/>
        </a:xfrm>
      </p:grpSpPr>
      <p:sp>
        <p:nvSpPr>
          <p:cNvPr id="174" name="Google Shape;174;p28"/>
          <p:cNvSpPr/>
          <p:nvPr>
            <p:ph idx="2" type="pic"/>
          </p:nvPr>
        </p:nvSpPr>
        <p:spPr>
          <a:xfrm>
            <a:off x="5556306" y="888539"/>
            <a:ext cx="2999100" cy="2598300"/>
          </a:xfrm>
          <a:prstGeom prst="rect">
            <a:avLst/>
          </a:prstGeom>
          <a:solidFill>
            <a:schemeClr val="dk1"/>
          </a:solidFill>
          <a:ln>
            <a:noFill/>
          </a:ln>
        </p:spPr>
      </p:sp>
      <p:sp>
        <p:nvSpPr>
          <p:cNvPr id="175" name="Google Shape;175;p28"/>
          <p:cNvSpPr txBox="1"/>
          <p:nvPr>
            <p:ph idx="1" type="body"/>
          </p:nvPr>
        </p:nvSpPr>
        <p:spPr>
          <a:xfrm>
            <a:off x="1057362" y="1020945"/>
            <a:ext cx="3514500" cy="3101700"/>
          </a:xfrm>
          <a:prstGeom prst="rect">
            <a:avLst/>
          </a:prstGeom>
          <a:noFill/>
          <a:ln>
            <a:noFill/>
          </a:ln>
        </p:spPr>
        <p:txBody>
          <a:bodyPr anchorCtr="0" anchor="t" bIns="34275" lIns="68575" spcFirstLastPara="1" rIns="68575" wrap="square" tIns="34275">
            <a:no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Play"/>
                <a:ea typeface="Play"/>
                <a:cs typeface="Play"/>
                <a:sym typeface="Play"/>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Play"/>
                <a:ea typeface="Play"/>
                <a:cs typeface="Play"/>
                <a:sym typeface="Play"/>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Play"/>
                <a:ea typeface="Play"/>
                <a:cs typeface="Play"/>
                <a:sym typeface="Play"/>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Play"/>
                <a:ea typeface="Play"/>
                <a:cs typeface="Play"/>
                <a:sym typeface="Play"/>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Play"/>
                <a:ea typeface="Play"/>
                <a:cs typeface="Play"/>
                <a:sym typeface="Play"/>
              </a:defRPr>
            </a:lvl5pPr>
            <a:lvl6pPr indent="-317500" lvl="5" marL="2743200"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Play"/>
                <a:ea typeface="Play"/>
                <a:cs typeface="Play"/>
                <a:sym typeface="Play"/>
              </a:defRPr>
            </a:lvl6pPr>
            <a:lvl7pPr indent="-317500" lvl="6" marL="3200400"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Play"/>
                <a:ea typeface="Play"/>
                <a:cs typeface="Play"/>
                <a:sym typeface="Play"/>
              </a:defRPr>
            </a:lvl7pPr>
            <a:lvl8pPr indent="-317500" lvl="7" marL="3657600"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Play"/>
                <a:ea typeface="Play"/>
                <a:cs typeface="Play"/>
                <a:sym typeface="Play"/>
              </a:defRPr>
            </a:lvl8pPr>
            <a:lvl9pPr indent="-317500" lvl="8" marL="4114800"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Play"/>
                <a:ea typeface="Play"/>
                <a:cs typeface="Play"/>
                <a:sym typeface="Play"/>
              </a:defRPr>
            </a:lvl9pPr>
          </a:lstStyle>
          <a:p/>
        </p:txBody>
      </p:sp>
      <p:sp>
        <p:nvSpPr>
          <p:cNvPr id="176" name="Google Shape;176;p28"/>
          <p:cNvSpPr txBox="1"/>
          <p:nvPr>
            <p:ph type="title"/>
          </p:nvPr>
        </p:nvSpPr>
        <p:spPr>
          <a:xfrm>
            <a:off x="1681925" y="118568"/>
            <a:ext cx="6107400" cy="994200"/>
          </a:xfrm>
          <a:prstGeom prst="rect">
            <a:avLst/>
          </a:prstGeom>
          <a:noFill/>
          <a:ln>
            <a:noFill/>
          </a:ln>
        </p:spPr>
        <p:txBody>
          <a:bodyPr anchorCtr="0" anchor="t" bIns="34275" lIns="68575" spcFirstLastPara="1" rIns="68575" wrap="square" tIns="34275">
            <a:noAutofit/>
          </a:bodyPr>
          <a:lstStyle>
            <a:lvl1pPr lvl="0" marR="0" algn="ctr">
              <a:lnSpc>
                <a:spcPct val="90000"/>
              </a:lnSpc>
              <a:spcBef>
                <a:spcPts val="0"/>
              </a:spcBef>
              <a:spcAft>
                <a:spcPts val="0"/>
              </a:spcAft>
              <a:buClr>
                <a:schemeClr val="dk1"/>
              </a:buClr>
              <a:buSzPts val="5000"/>
              <a:buFont typeface="Arial"/>
              <a:buNone/>
              <a:defRPr b="0" i="0" sz="50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0.xml"/><Relationship Id="rId10" Type="http://schemas.openxmlformats.org/officeDocument/2006/relationships/slideLayout" Target="../slideLayouts/slideLayout19.xml"/><Relationship Id="rId13" Type="http://schemas.openxmlformats.org/officeDocument/2006/relationships/slideLayout" Target="../slideLayouts/slideLayout22.xml"/><Relationship Id="rId12" Type="http://schemas.openxmlformats.org/officeDocument/2006/relationships/slideLayout" Target="../slideLayouts/slideLayout21.xml"/><Relationship Id="rId1" Type="http://schemas.openxmlformats.org/officeDocument/2006/relationships/image" Target="../media/image3.png"/><Relationship Id="rId2" Type="http://schemas.openxmlformats.org/officeDocument/2006/relationships/image" Target="../media/image1.png"/><Relationship Id="rId3" Type="http://schemas.openxmlformats.org/officeDocument/2006/relationships/slideLayout" Target="../slideLayouts/slideLayout12.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5" Type="http://schemas.openxmlformats.org/officeDocument/2006/relationships/slideLayout" Target="../slideLayouts/slideLayout24.xml"/><Relationship Id="rId14" Type="http://schemas.openxmlformats.org/officeDocument/2006/relationships/slideLayout" Target="../slideLayouts/slideLayout23.xml"/><Relationship Id="rId17" Type="http://schemas.openxmlformats.org/officeDocument/2006/relationships/slideLayout" Target="../slideLayouts/slideLayout26.xml"/><Relationship Id="rId16" Type="http://schemas.openxmlformats.org/officeDocument/2006/relationships/slideLayout" Target="../slideLayouts/slideLayout25.xml"/><Relationship Id="rId5" Type="http://schemas.openxmlformats.org/officeDocument/2006/relationships/slideLayout" Target="../slideLayouts/slideLayout14.xml"/><Relationship Id="rId6" Type="http://schemas.openxmlformats.org/officeDocument/2006/relationships/slideLayout" Target="../slideLayouts/slideLayout15.xml"/><Relationship Id="rId18" Type="http://schemas.openxmlformats.org/officeDocument/2006/relationships/theme" Target="../theme/theme3.xml"/><Relationship Id="rId7" Type="http://schemas.openxmlformats.org/officeDocument/2006/relationships/slideLayout" Target="../slideLayouts/slideLayout16.xml"/><Relationship Id="rId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C4C4C"/>
            </a:gs>
            <a:gs pos="50000">
              <a:srgbClr val="292929"/>
            </a:gs>
            <a:gs pos="100000">
              <a:schemeClr val="dk1"/>
            </a:gs>
          </a:gsLst>
          <a:lin ang="5400012" scaled="0"/>
        </a:gradFill>
      </p:bgPr>
    </p:bg>
    <p:spTree>
      <p:nvGrpSpPr>
        <p:cNvPr id="50" name="Shape 50"/>
        <p:cNvGrpSpPr/>
        <p:nvPr/>
      </p:nvGrpSpPr>
      <p:grpSpPr>
        <a:xfrm>
          <a:off x="0" y="0"/>
          <a:ext cx="0" cy="0"/>
          <a:chOff x="0" y="0"/>
          <a:chExt cx="0" cy="0"/>
        </a:xfrm>
      </p:grpSpPr>
      <p:grpSp>
        <p:nvGrpSpPr>
          <p:cNvPr id="51" name="Google Shape;51;p13"/>
          <p:cNvGrpSpPr/>
          <p:nvPr/>
        </p:nvGrpSpPr>
        <p:grpSpPr>
          <a:xfrm>
            <a:off x="231993" y="2454780"/>
            <a:ext cx="8680015" cy="2690688"/>
            <a:chOff x="309324" y="3273040"/>
            <a:chExt cx="11573353" cy="3587584"/>
          </a:xfrm>
        </p:grpSpPr>
        <p:sp>
          <p:nvSpPr>
            <p:cNvPr id="52" name="Google Shape;52;p13"/>
            <p:cNvSpPr/>
            <p:nvPr/>
          </p:nvSpPr>
          <p:spPr>
            <a:xfrm>
              <a:off x="1580452" y="3273040"/>
              <a:ext cx="61200" cy="2661831"/>
            </a:xfrm>
            <a:custGeom>
              <a:rect b="b" l="l" r="r" t="t"/>
              <a:pathLst>
                <a:path extrusionOk="0" h="1615679" w="61200">
                  <a:moveTo>
                    <a:pt x="18000" y="0"/>
                  </a:moveTo>
                  <a:lnTo>
                    <a:pt x="43200" y="0"/>
                  </a:lnTo>
                  <a:lnTo>
                    <a:pt x="43200" y="1559698"/>
                  </a:lnTo>
                  <a:lnTo>
                    <a:pt x="52238" y="1563442"/>
                  </a:lnTo>
                  <a:cubicBezTo>
                    <a:pt x="57775" y="1568979"/>
                    <a:pt x="61200" y="1576629"/>
                    <a:pt x="61200" y="1585079"/>
                  </a:cubicBezTo>
                  <a:cubicBezTo>
                    <a:pt x="61200" y="1601979"/>
                    <a:pt x="47500" y="1615679"/>
                    <a:pt x="30600" y="1615679"/>
                  </a:cubicBezTo>
                  <a:cubicBezTo>
                    <a:pt x="13700" y="1615679"/>
                    <a:pt x="0" y="1601979"/>
                    <a:pt x="0" y="1585079"/>
                  </a:cubicBezTo>
                  <a:cubicBezTo>
                    <a:pt x="0" y="1576629"/>
                    <a:pt x="3425" y="1568979"/>
                    <a:pt x="8963" y="1563442"/>
                  </a:cubicBezTo>
                  <a:lnTo>
                    <a:pt x="18000" y="1559698"/>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53" name="Google Shape;53;p13"/>
            <p:cNvSpPr/>
            <p:nvPr/>
          </p:nvSpPr>
          <p:spPr>
            <a:xfrm>
              <a:off x="3523144" y="4024394"/>
              <a:ext cx="25200" cy="2582400"/>
            </a:xfrm>
            <a:prstGeom prst="rect">
              <a:avLst/>
            </a:pr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54" name="Google Shape;54;p13"/>
            <p:cNvSpPr/>
            <p:nvPr/>
          </p:nvSpPr>
          <p:spPr>
            <a:xfrm>
              <a:off x="6101400" y="4278224"/>
              <a:ext cx="25200" cy="2582400"/>
            </a:xfrm>
            <a:prstGeom prst="rect">
              <a:avLst/>
            </a:pr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55" name="Google Shape;55;p13"/>
            <p:cNvSpPr/>
            <p:nvPr/>
          </p:nvSpPr>
          <p:spPr>
            <a:xfrm>
              <a:off x="309324" y="3897479"/>
              <a:ext cx="25200" cy="2582400"/>
            </a:xfrm>
            <a:prstGeom prst="rect">
              <a:avLst/>
            </a:pr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56" name="Google Shape;56;p13"/>
            <p:cNvSpPr/>
            <p:nvPr/>
          </p:nvSpPr>
          <p:spPr>
            <a:xfrm>
              <a:off x="5429836" y="3689333"/>
              <a:ext cx="61200" cy="2661831"/>
            </a:xfrm>
            <a:custGeom>
              <a:rect b="b" l="l" r="r" t="t"/>
              <a:pathLst>
                <a:path extrusionOk="0" h="1615679" w="61200">
                  <a:moveTo>
                    <a:pt x="18000" y="0"/>
                  </a:moveTo>
                  <a:lnTo>
                    <a:pt x="43200" y="0"/>
                  </a:lnTo>
                  <a:lnTo>
                    <a:pt x="43200" y="1559698"/>
                  </a:lnTo>
                  <a:lnTo>
                    <a:pt x="52238" y="1563442"/>
                  </a:lnTo>
                  <a:cubicBezTo>
                    <a:pt x="57775" y="1568979"/>
                    <a:pt x="61200" y="1576629"/>
                    <a:pt x="61200" y="1585079"/>
                  </a:cubicBezTo>
                  <a:cubicBezTo>
                    <a:pt x="61200" y="1601979"/>
                    <a:pt x="47500" y="1615679"/>
                    <a:pt x="30600" y="1615679"/>
                  </a:cubicBezTo>
                  <a:cubicBezTo>
                    <a:pt x="13700" y="1615679"/>
                    <a:pt x="0" y="1601979"/>
                    <a:pt x="0" y="1585079"/>
                  </a:cubicBezTo>
                  <a:cubicBezTo>
                    <a:pt x="0" y="1576629"/>
                    <a:pt x="3425" y="1568979"/>
                    <a:pt x="8963" y="1563442"/>
                  </a:cubicBezTo>
                  <a:lnTo>
                    <a:pt x="18000" y="1559698"/>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57" name="Google Shape;57;p13"/>
            <p:cNvSpPr/>
            <p:nvPr/>
          </p:nvSpPr>
          <p:spPr>
            <a:xfrm>
              <a:off x="8643656" y="3481186"/>
              <a:ext cx="61200" cy="2661831"/>
            </a:xfrm>
            <a:custGeom>
              <a:rect b="b" l="l" r="r" t="t"/>
              <a:pathLst>
                <a:path extrusionOk="0" h="1615679" w="61200">
                  <a:moveTo>
                    <a:pt x="18000" y="0"/>
                  </a:moveTo>
                  <a:lnTo>
                    <a:pt x="43200" y="0"/>
                  </a:lnTo>
                  <a:lnTo>
                    <a:pt x="43200" y="1559698"/>
                  </a:lnTo>
                  <a:lnTo>
                    <a:pt x="52238" y="1563442"/>
                  </a:lnTo>
                  <a:cubicBezTo>
                    <a:pt x="57775" y="1568979"/>
                    <a:pt x="61200" y="1576629"/>
                    <a:pt x="61200" y="1585079"/>
                  </a:cubicBezTo>
                  <a:cubicBezTo>
                    <a:pt x="61200" y="1601979"/>
                    <a:pt x="47500" y="1615679"/>
                    <a:pt x="30600" y="1615679"/>
                  </a:cubicBezTo>
                  <a:cubicBezTo>
                    <a:pt x="13700" y="1615679"/>
                    <a:pt x="0" y="1601979"/>
                    <a:pt x="0" y="1585079"/>
                  </a:cubicBezTo>
                  <a:cubicBezTo>
                    <a:pt x="0" y="1576629"/>
                    <a:pt x="3425" y="1568979"/>
                    <a:pt x="8963" y="1563442"/>
                  </a:cubicBezTo>
                  <a:lnTo>
                    <a:pt x="18000" y="1559698"/>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58" name="Google Shape;58;p13"/>
            <p:cNvSpPr/>
            <p:nvPr/>
          </p:nvSpPr>
          <p:spPr>
            <a:xfrm>
              <a:off x="7372528" y="4151309"/>
              <a:ext cx="25200" cy="2582400"/>
            </a:xfrm>
            <a:prstGeom prst="rect">
              <a:avLst/>
            </a:pr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59" name="Google Shape;59;p13"/>
            <p:cNvSpPr/>
            <p:nvPr/>
          </p:nvSpPr>
          <p:spPr>
            <a:xfrm>
              <a:off x="944888" y="4912799"/>
              <a:ext cx="25200" cy="1942149"/>
            </a:xfrm>
            <a:custGeom>
              <a:rect b="b" l="l" r="r" t="t"/>
              <a:pathLst>
                <a:path extrusionOk="0" h="1178846" w="25200">
                  <a:moveTo>
                    <a:pt x="0" y="0"/>
                  </a:moveTo>
                  <a:lnTo>
                    <a:pt x="25200" y="0"/>
                  </a:lnTo>
                  <a:lnTo>
                    <a:pt x="25200" y="1178846"/>
                  </a:lnTo>
                  <a:lnTo>
                    <a:pt x="0" y="1178846"/>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60" name="Google Shape;60;p13"/>
            <p:cNvSpPr/>
            <p:nvPr/>
          </p:nvSpPr>
          <p:spPr>
            <a:xfrm>
              <a:off x="2252016" y="5547373"/>
              <a:ext cx="25200" cy="1308010"/>
            </a:xfrm>
            <a:custGeom>
              <a:rect b="b" l="l" r="r" t="t"/>
              <a:pathLst>
                <a:path extrusionOk="0" h="793936" w="25200">
                  <a:moveTo>
                    <a:pt x="0" y="0"/>
                  </a:moveTo>
                  <a:lnTo>
                    <a:pt x="25200" y="0"/>
                  </a:lnTo>
                  <a:lnTo>
                    <a:pt x="25200" y="793936"/>
                  </a:lnTo>
                  <a:lnTo>
                    <a:pt x="0" y="793936"/>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61" name="Google Shape;61;p13"/>
            <p:cNvSpPr/>
            <p:nvPr/>
          </p:nvSpPr>
          <p:spPr>
            <a:xfrm>
              <a:off x="2887580" y="5166629"/>
              <a:ext cx="25200" cy="1688493"/>
            </a:xfrm>
            <a:custGeom>
              <a:rect b="b" l="l" r="r" t="t"/>
              <a:pathLst>
                <a:path extrusionOk="0" h="1024882" w="25200">
                  <a:moveTo>
                    <a:pt x="0" y="0"/>
                  </a:moveTo>
                  <a:lnTo>
                    <a:pt x="25200" y="0"/>
                  </a:lnTo>
                  <a:lnTo>
                    <a:pt x="25200" y="1024882"/>
                  </a:lnTo>
                  <a:lnTo>
                    <a:pt x="0" y="1024882"/>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62" name="Google Shape;62;p13"/>
            <p:cNvSpPr/>
            <p:nvPr/>
          </p:nvSpPr>
          <p:spPr>
            <a:xfrm>
              <a:off x="4158708" y="4405139"/>
              <a:ext cx="25200" cy="2449460"/>
            </a:xfrm>
            <a:custGeom>
              <a:rect b="b" l="l" r="r" t="t"/>
              <a:pathLst>
                <a:path extrusionOk="0" h="1486774" w="25200">
                  <a:moveTo>
                    <a:pt x="0" y="0"/>
                  </a:moveTo>
                  <a:lnTo>
                    <a:pt x="25200" y="0"/>
                  </a:lnTo>
                  <a:lnTo>
                    <a:pt x="25200" y="1486774"/>
                  </a:lnTo>
                  <a:lnTo>
                    <a:pt x="0" y="1486774"/>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63" name="Google Shape;63;p13"/>
            <p:cNvSpPr/>
            <p:nvPr/>
          </p:nvSpPr>
          <p:spPr>
            <a:xfrm>
              <a:off x="4794272" y="4532054"/>
              <a:ext cx="25200" cy="2322632"/>
            </a:xfrm>
            <a:custGeom>
              <a:rect b="b" l="l" r="r" t="t"/>
              <a:pathLst>
                <a:path extrusionOk="0" h="1409792" w="25200">
                  <a:moveTo>
                    <a:pt x="0" y="0"/>
                  </a:moveTo>
                  <a:lnTo>
                    <a:pt x="25200" y="0"/>
                  </a:lnTo>
                  <a:lnTo>
                    <a:pt x="25200" y="1409792"/>
                  </a:lnTo>
                  <a:lnTo>
                    <a:pt x="0" y="1409792"/>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64" name="Google Shape;64;p13"/>
            <p:cNvSpPr/>
            <p:nvPr/>
          </p:nvSpPr>
          <p:spPr>
            <a:xfrm>
              <a:off x="6736964" y="5674288"/>
              <a:ext cx="25200" cy="1181182"/>
            </a:xfrm>
            <a:custGeom>
              <a:rect b="b" l="l" r="r" t="t"/>
              <a:pathLst>
                <a:path extrusionOk="0" h="716954" w="25200">
                  <a:moveTo>
                    <a:pt x="0" y="0"/>
                  </a:moveTo>
                  <a:lnTo>
                    <a:pt x="25200" y="0"/>
                  </a:lnTo>
                  <a:lnTo>
                    <a:pt x="25200" y="716954"/>
                  </a:lnTo>
                  <a:lnTo>
                    <a:pt x="0" y="716954"/>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65" name="Google Shape;65;p13"/>
            <p:cNvSpPr/>
            <p:nvPr/>
          </p:nvSpPr>
          <p:spPr>
            <a:xfrm>
              <a:off x="8008092" y="5039714"/>
              <a:ext cx="25200" cy="1815321"/>
            </a:xfrm>
            <a:custGeom>
              <a:rect b="b" l="l" r="r" t="t"/>
              <a:pathLst>
                <a:path extrusionOk="0" h="1101864" w="25200">
                  <a:moveTo>
                    <a:pt x="0" y="0"/>
                  </a:moveTo>
                  <a:lnTo>
                    <a:pt x="25200" y="0"/>
                  </a:lnTo>
                  <a:lnTo>
                    <a:pt x="25200" y="1101864"/>
                  </a:lnTo>
                  <a:lnTo>
                    <a:pt x="0" y="1101864"/>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66" name="Google Shape;66;p13"/>
            <p:cNvSpPr/>
            <p:nvPr/>
          </p:nvSpPr>
          <p:spPr>
            <a:xfrm>
              <a:off x="9315220" y="4785884"/>
              <a:ext cx="25200" cy="2068977"/>
            </a:xfrm>
            <a:custGeom>
              <a:rect b="b" l="l" r="r" t="t"/>
              <a:pathLst>
                <a:path extrusionOk="0" h="1255828" w="25200">
                  <a:moveTo>
                    <a:pt x="0" y="0"/>
                  </a:moveTo>
                  <a:lnTo>
                    <a:pt x="25200" y="0"/>
                  </a:lnTo>
                  <a:lnTo>
                    <a:pt x="25200" y="1255828"/>
                  </a:lnTo>
                  <a:lnTo>
                    <a:pt x="0" y="1255828"/>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67" name="Google Shape;67;p13"/>
            <p:cNvSpPr/>
            <p:nvPr/>
          </p:nvSpPr>
          <p:spPr>
            <a:xfrm>
              <a:off x="9950784" y="5420459"/>
              <a:ext cx="25200" cy="1434837"/>
            </a:xfrm>
            <a:custGeom>
              <a:rect b="b" l="l" r="r" t="t"/>
              <a:pathLst>
                <a:path extrusionOk="0" h="870918" w="25200">
                  <a:moveTo>
                    <a:pt x="0" y="0"/>
                  </a:moveTo>
                  <a:lnTo>
                    <a:pt x="25200" y="0"/>
                  </a:lnTo>
                  <a:lnTo>
                    <a:pt x="25200" y="870918"/>
                  </a:lnTo>
                  <a:lnTo>
                    <a:pt x="0" y="870918"/>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68" name="Google Shape;68;p13"/>
            <p:cNvSpPr/>
            <p:nvPr/>
          </p:nvSpPr>
          <p:spPr>
            <a:xfrm>
              <a:off x="10586348" y="5801197"/>
              <a:ext cx="25200" cy="1054362"/>
            </a:xfrm>
            <a:custGeom>
              <a:rect b="b" l="l" r="r" t="t"/>
              <a:pathLst>
                <a:path extrusionOk="0" h="639977" w="25200">
                  <a:moveTo>
                    <a:pt x="0" y="0"/>
                  </a:moveTo>
                  <a:lnTo>
                    <a:pt x="25200" y="0"/>
                  </a:lnTo>
                  <a:lnTo>
                    <a:pt x="25200" y="639977"/>
                  </a:lnTo>
                  <a:lnTo>
                    <a:pt x="0" y="639977"/>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69" name="Google Shape;69;p13"/>
            <p:cNvSpPr/>
            <p:nvPr/>
          </p:nvSpPr>
          <p:spPr>
            <a:xfrm>
              <a:off x="11221912" y="4658969"/>
              <a:ext cx="25200" cy="2195804"/>
            </a:xfrm>
            <a:custGeom>
              <a:rect b="b" l="l" r="r" t="t"/>
              <a:pathLst>
                <a:path extrusionOk="0" h="1332810" w="25200">
                  <a:moveTo>
                    <a:pt x="0" y="0"/>
                  </a:moveTo>
                  <a:lnTo>
                    <a:pt x="25200" y="0"/>
                  </a:lnTo>
                  <a:lnTo>
                    <a:pt x="25200" y="1332810"/>
                  </a:lnTo>
                  <a:lnTo>
                    <a:pt x="0" y="1332810"/>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70" name="Google Shape;70;p13"/>
            <p:cNvSpPr/>
            <p:nvPr/>
          </p:nvSpPr>
          <p:spPr>
            <a:xfrm>
              <a:off x="11857477" y="5293544"/>
              <a:ext cx="25200" cy="1561665"/>
            </a:xfrm>
            <a:custGeom>
              <a:rect b="b" l="l" r="r" t="t"/>
              <a:pathLst>
                <a:path extrusionOk="0" h="947900" w="25200">
                  <a:moveTo>
                    <a:pt x="0" y="0"/>
                  </a:moveTo>
                  <a:lnTo>
                    <a:pt x="25200" y="0"/>
                  </a:lnTo>
                  <a:lnTo>
                    <a:pt x="25200" y="947900"/>
                  </a:lnTo>
                  <a:lnTo>
                    <a:pt x="0" y="947900"/>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grpSp>
      <p:sp>
        <p:nvSpPr>
          <p:cNvPr id="71" name="Google Shape;71;p13"/>
          <p:cNvSpPr txBox="1"/>
          <p:nvPr/>
        </p:nvSpPr>
        <p:spPr>
          <a:xfrm>
            <a:off x="232142" y="283517"/>
            <a:ext cx="1494000" cy="3924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1100" u="none" cap="none" strike="noStrike">
                <a:solidFill>
                  <a:schemeClr val="dk1"/>
                </a:solidFill>
                <a:latin typeface="Space Grotesk"/>
                <a:ea typeface="Space Grotesk"/>
                <a:cs typeface="Space Grotesk"/>
                <a:sym typeface="Space Grotesk"/>
              </a:rPr>
              <a:t>PowerShell + DevOps </a:t>
            </a:r>
            <a:r>
              <a:rPr b="1" i="0" lang="en" sz="1100" u="none" cap="none" strike="noStrike">
                <a:solidFill>
                  <a:schemeClr val="accent3"/>
                </a:solidFill>
                <a:latin typeface="Space Grotesk"/>
                <a:ea typeface="Space Grotesk"/>
                <a:cs typeface="Space Grotesk"/>
                <a:sym typeface="Space Grotesk"/>
              </a:rPr>
              <a:t>Global Summit</a:t>
            </a:r>
            <a:endParaRPr sz="1100"/>
          </a:p>
        </p:txBody>
      </p:sp>
      <p:sp>
        <p:nvSpPr>
          <p:cNvPr id="72" name="Google Shape;72;p13"/>
          <p:cNvSpPr txBox="1"/>
          <p:nvPr/>
        </p:nvSpPr>
        <p:spPr>
          <a:xfrm>
            <a:off x="3788079" y="4651370"/>
            <a:ext cx="1494000" cy="230700"/>
          </a:xfrm>
          <a:prstGeom prst="rect">
            <a:avLst/>
          </a:prstGeom>
          <a:solidFill>
            <a:srgbClr val="2298BC"/>
          </a:solid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1100" u="none" cap="none" strike="noStrike">
                <a:solidFill>
                  <a:schemeClr val="dk1"/>
                </a:solidFill>
                <a:latin typeface="Space Grotesk"/>
                <a:ea typeface="Space Grotesk"/>
                <a:cs typeface="Space Grotesk"/>
                <a:sym typeface="Space Grotesk"/>
              </a:rPr>
              <a:t>April 13-16</a:t>
            </a:r>
            <a:r>
              <a:rPr b="1" i="0" lang="en" sz="1100" u="none" cap="none" strike="noStrike">
                <a:solidFill>
                  <a:schemeClr val="accent1"/>
                </a:solidFill>
                <a:latin typeface="Space Grotesk"/>
                <a:ea typeface="Space Grotesk"/>
                <a:cs typeface="Space Grotesk"/>
                <a:sym typeface="Space Grotesk"/>
              </a:rPr>
              <a:t>, 2026</a:t>
            </a:r>
            <a:endParaRPr sz="1100"/>
          </a:p>
        </p:txBody>
      </p:sp>
      <p:pic>
        <p:nvPicPr>
          <p:cNvPr descr="See the source image" id="73" name="Google Shape;73;p13"/>
          <p:cNvPicPr preferRelativeResize="0"/>
          <p:nvPr/>
        </p:nvPicPr>
        <p:blipFill rotWithShape="1">
          <a:blip r:embed="rId1">
            <a:alphaModFix/>
          </a:blip>
          <a:srcRect b="0" l="0" r="0" t="0"/>
          <a:stretch/>
        </p:blipFill>
        <p:spPr>
          <a:xfrm>
            <a:off x="108263" y="4659309"/>
            <a:ext cx="1111825" cy="391890"/>
          </a:xfrm>
          <a:prstGeom prst="rect">
            <a:avLst/>
          </a:prstGeom>
          <a:noFill/>
          <a:ln>
            <a:noFill/>
          </a:ln>
        </p:spPr>
      </p:pic>
      <p:pic>
        <p:nvPicPr>
          <p:cNvPr descr="Blue text on a black background&#10;&#10;AI-generated content may be incorrect." id="74" name="Google Shape;74;p13"/>
          <p:cNvPicPr preferRelativeResize="0"/>
          <p:nvPr/>
        </p:nvPicPr>
        <p:blipFill rotWithShape="1">
          <a:blip r:embed="rId2">
            <a:alphaModFix/>
          </a:blip>
          <a:srcRect b="0" l="0" r="0" t="0"/>
          <a:stretch/>
        </p:blipFill>
        <p:spPr>
          <a:xfrm>
            <a:off x="7304831" y="139189"/>
            <a:ext cx="1632778" cy="39241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 id="2147483668" r:id="rId12"/>
    <p:sldLayoutId id="2147483669" r:id="rId13"/>
    <p:sldLayoutId id="2147483670" r:id="rId14"/>
    <p:sldLayoutId id="2147483671" r:id="rId15"/>
    <p:sldLayoutId id="2147483672" r:id="rId16"/>
    <p:sldLayoutId id="2147483673"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image" Target="../media/image1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xml"/><Relationship Id="rId3" Type="http://schemas.openxmlformats.org/officeDocument/2006/relationships/image" Target="../media/image5.jpg"/><Relationship Id="rId4" Type="http://schemas.openxmlformats.org/officeDocument/2006/relationships/hyperlink" Target="https://www.manning.com/books/learn-powershell-toolmaking-in-a-month-of-lunches" TargetMode="External"/><Relationship Id="rId5" Type="http://schemas.openxmlformats.org/officeDocument/2006/relationships/hyperlink" Target="https://leanpub.com/powershell-scripting-toolmaking" TargetMode="External"/><Relationship Id="rId6"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11.png"/><Relationship Id="rId4" Type="http://schemas.openxmlformats.org/officeDocument/2006/relationships/image" Target="../media/image4.png"/><Relationship Id="rId5"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 Id="rId3" Type="http://schemas.openxmlformats.org/officeDocument/2006/relationships/hyperlink" Target="https://www.youtube.com/@PowershellOrg" TargetMode="External"/><Relationship Id="rId4" Type="http://schemas.openxmlformats.org/officeDocument/2006/relationships/hyperlink" Target="https://www.youtube.com/watch?v=atWtV9UUjLI" TargetMode="External"/><Relationship Id="rId5" Type="http://schemas.openxmlformats.org/officeDocument/2006/relationships/hyperlink" Target="https://www.youtube.com/watch?v=4xVDorpEhm8" TargetMode="External"/><Relationship Id="rId6" Type="http://schemas.openxmlformats.org/officeDocument/2006/relationships/hyperlink" Target="https://www.manning.com/books/learn-powershell-toolmaking-in-a-month-of-lunches"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181" name="Shape 181"/>
        <p:cNvGrpSpPr/>
        <p:nvPr/>
      </p:nvGrpSpPr>
      <p:grpSpPr>
        <a:xfrm>
          <a:off x="0" y="0"/>
          <a:ext cx="0" cy="0"/>
          <a:chOff x="0" y="0"/>
          <a:chExt cx="0" cy="0"/>
        </a:xfrm>
      </p:grpSpPr>
      <p:grpSp>
        <p:nvGrpSpPr>
          <p:cNvPr id="182" name="Google Shape;182;p29"/>
          <p:cNvGrpSpPr/>
          <p:nvPr/>
        </p:nvGrpSpPr>
        <p:grpSpPr>
          <a:xfrm>
            <a:off x="231993" y="2454780"/>
            <a:ext cx="8680015" cy="2690709"/>
            <a:chOff x="309324" y="4684536"/>
            <a:chExt cx="11573353" cy="2176115"/>
          </a:xfrm>
        </p:grpSpPr>
        <p:sp>
          <p:nvSpPr>
            <p:cNvPr id="183" name="Google Shape;183;p29"/>
            <p:cNvSpPr/>
            <p:nvPr/>
          </p:nvSpPr>
          <p:spPr>
            <a:xfrm>
              <a:off x="1580452" y="4684536"/>
              <a:ext cx="61200" cy="1615679"/>
            </a:xfrm>
            <a:custGeom>
              <a:rect b="b" l="l" r="r" t="t"/>
              <a:pathLst>
                <a:path extrusionOk="0" h="1615679" w="61200">
                  <a:moveTo>
                    <a:pt x="18000" y="0"/>
                  </a:moveTo>
                  <a:lnTo>
                    <a:pt x="43200" y="0"/>
                  </a:lnTo>
                  <a:lnTo>
                    <a:pt x="43200" y="1559698"/>
                  </a:lnTo>
                  <a:lnTo>
                    <a:pt x="52238" y="1563442"/>
                  </a:lnTo>
                  <a:cubicBezTo>
                    <a:pt x="57775" y="1568979"/>
                    <a:pt x="61200" y="1576629"/>
                    <a:pt x="61200" y="1585079"/>
                  </a:cubicBezTo>
                  <a:cubicBezTo>
                    <a:pt x="61200" y="1601979"/>
                    <a:pt x="47500" y="1615679"/>
                    <a:pt x="30600" y="1615679"/>
                  </a:cubicBezTo>
                  <a:cubicBezTo>
                    <a:pt x="13700" y="1615679"/>
                    <a:pt x="0" y="1601979"/>
                    <a:pt x="0" y="1585079"/>
                  </a:cubicBezTo>
                  <a:cubicBezTo>
                    <a:pt x="0" y="1576629"/>
                    <a:pt x="3425" y="1568979"/>
                    <a:pt x="8963" y="1563442"/>
                  </a:cubicBezTo>
                  <a:lnTo>
                    <a:pt x="18000" y="1559698"/>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184" name="Google Shape;184;p29"/>
            <p:cNvSpPr/>
            <p:nvPr/>
          </p:nvSpPr>
          <p:spPr>
            <a:xfrm>
              <a:off x="3523144" y="5140280"/>
              <a:ext cx="25200" cy="1566407"/>
            </a:xfrm>
            <a:prstGeom prst="rect">
              <a:avLst/>
            </a:pr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185" name="Google Shape;185;p29"/>
            <p:cNvSpPr/>
            <p:nvPr/>
          </p:nvSpPr>
          <p:spPr>
            <a:xfrm>
              <a:off x="6101400" y="5294244"/>
              <a:ext cx="25200" cy="1566407"/>
            </a:xfrm>
            <a:prstGeom prst="rect">
              <a:avLst/>
            </a:pr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186" name="Google Shape;186;p29"/>
            <p:cNvSpPr/>
            <p:nvPr/>
          </p:nvSpPr>
          <p:spPr>
            <a:xfrm>
              <a:off x="309324" y="5063298"/>
              <a:ext cx="25200" cy="1566407"/>
            </a:xfrm>
            <a:prstGeom prst="rect">
              <a:avLst/>
            </a:pr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187" name="Google Shape;187;p29"/>
            <p:cNvSpPr/>
            <p:nvPr/>
          </p:nvSpPr>
          <p:spPr>
            <a:xfrm>
              <a:off x="5429836" y="4937044"/>
              <a:ext cx="61200" cy="1615679"/>
            </a:xfrm>
            <a:custGeom>
              <a:rect b="b" l="l" r="r" t="t"/>
              <a:pathLst>
                <a:path extrusionOk="0" h="1615679" w="61200">
                  <a:moveTo>
                    <a:pt x="18000" y="0"/>
                  </a:moveTo>
                  <a:lnTo>
                    <a:pt x="43200" y="0"/>
                  </a:lnTo>
                  <a:lnTo>
                    <a:pt x="43200" y="1559698"/>
                  </a:lnTo>
                  <a:lnTo>
                    <a:pt x="52238" y="1563442"/>
                  </a:lnTo>
                  <a:cubicBezTo>
                    <a:pt x="57775" y="1568979"/>
                    <a:pt x="61200" y="1576629"/>
                    <a:pt x="61200" y="1585079"/>
                  </a:cubicBezTo>
                  <a:cubicBezTo>
                    <a:pt x="61200" y="1601979"/>
                    <a:pt x="47500" y="1615679"/>
                    <a:pt x="30600" y="1615679"/>
                  </a:cubicBezTo>
                  <a:cubicBezTo>
                    <a:pt x="13700" y="1615679"/>
                    <a:pt x="0" y="1601979"/>
                    <a:pt x="0" y="1585079"/>
                  </a:cubicBezTo>
                  <a:cubicBezTo>
                    <a:pt x="0" y="1576629"/>
                    <a:pt x="3425" y="1568979"/>
                    <a:pt x="8963" y="1563442"/>
                  </a:cubicBezTo>
                  <a:lnTo>
                    <a:pt x="18000" y="1559698"/>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188" name="Google Shape;188;p29"/>
            <p:cNvSpPr/>
            <p:nvPr/>
          </p:nvSpPr>
          <p:spPr>
            <a:xfrm>
              <a:off x="8643656" y="4810790"/>
              <a:ext cx="61200" cy="1615679"/>
            </a:xfrm>
            <a:custGeom>
              <a:rect b="b" l="l" r="r" t="t"/>
              <a:pathLst>
                <a:path extrusionOk="0" h="1615679" w="61200">
                  <a:moveTo>
                    <a:pt x="18000" y="0"/>
                  </a:moveTo>
                  <a:lnTo>
                    <a:pt x="43200" y="0"/>
                  </a:lnTo>
                  <a:lnTo>
                    <a:pt x="43200" y="1559698"/>
                  </a:lnTo>
                  <a:lnTo>
                    <a:pt x="52238" y="1563442"/>
                  </a:lnTo>
                  <a:cubicBezTo>
                    <a:pt x="57775" y="1568979"/>
                    <a:pt x="61200" y="1576629"/>
                    <a:pt x="61200" y="1585079"/>
                  </a:cubicBezTo>
                  <a:cubicBezTo>
                    <a:pt x="61200" y="1601979"/>
                    <a:pt x="47500" y="1615679"/>
                    <a:pt x="30600" y="1615679"/>
                  </a:cubicBezTo>
                  <a:cubicBezTo>
                    <a:pt x="13700" y="1615679"/>
                    <a:pt x="0" y="1601979"/>
                    <a:pt x="0" y="1585079"/>
                  </a:cubicBezTo>
                  <a:cubicBezTo>
                    <a:pt x="0" y="1576629"/>
                    <a:pt x="3425" y="1568979"/>
                    <a:pt x="8963" y="1563442"/>
                  </a:cubicBezTo>
                  <a:lnTo>
                    <a:pt x="18000" y="1559698"/>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189" name="Google Shape;189;p29"/>
            <p:cNvSpPr/>
            <p:nvPr/>
          </p:nvSpPr>
          <p:spPr>
            <a:xfrm>
              <a:off x="7372528" y="5217262"/>
              <a:ext cx="25200" cy="1566407"/>
            </a:xfrm>
            <a:prstGeom prst="rect">
              <a:avLst/>
            </a:pr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190" name="Google Shape;190;p29"/>
            <p:cNvSpPr/>
            <p:nvPr/>
          </p:nvSpPr>
          <p:spPr>
            <a:xfrm>
              <a:off x="944888" y="5679154"/>
              <a:ext cx="25200" cy="1178846"/>
            </a:xfrm>
            <a:custGeom>
              <a:rect b="b" l="l" r="r" t="t"/>
              <a:pathLst>
                <a:path extrusionOk="0" h="1178846" w="25200">
                  <a:moveTo>
                    <a:pt x="0" y="0"/>
                  </a:moveTo>
                  <a:lnTo>
                    <a:pt x="25200" y="0"/>
                  </a:lnTo>
                  <a:lnTo>
                    <a:pt x="25200" y="1178846"/>
                  </a:lnTo>
                  <a:lnTo>
                    <a:pt x="0" y="1178846"/>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191" name="Google Shape;191;p29"/>
            <p:cNvSpPr/>
            <p:nvPr/>
          </p:nvSpPr>
          <p:spPr>
            <a:xfrm>
              <a:off x="2252016" y="6064064"/>
              <a:ext cx="25200" cy="793936"/>
            </a:xfrm>
            <a:custGeom>
              <a:rect b="b" l="l" r="r" t="t"/>
              <a:pathLst>
                <a:path extrusionOk="0" h="793936" w="25200">
                  <a:moveTo>
                    <a:pt x="0" y="0"/>
                  </a:moveTo>
                  <a:lnTo>
                    <a:pt x="25200" y="0"/>
                  </a:lnTo>
                  <a:lnTo>
                    <a:pt x="25200" y="793936"/>
                  </a:lnTo>
                  <a:lnTo>
                    <a:pt x="0" y="793936"/>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192" name="Google Shape;192;p29"/>
            <p:cNvSpPr/>
            <p:nvPr/>
          </p:nvSpPr>
          <p:spPr>
            <a:xfrm>
              <a:off x="2887580" y="5833118"/>
              <a:ext cx="25200" cy="1024882"/>
            </a:xfrm>
            <a:custGeom>
              <a:rect b="b" l="l" r="r" t="t"/>
              <a:pathLst>
                <a:path extrusionOk="0" h="1024882" w="25200">
                  <a:moveTo>
                    <a:pt x="0" y="0"/>
                  </a:moveTo>
                  <a:lnTo>
                    <a:pt x="25200" y="0"/>
                  </a:lnTo>
                  <a:lnTo>
                    <a:pt x="25200" y="1024882"/>
                  </a:lnTo>
                  <a:lnTo>
                    <a:pt x="0" y="1024882"/>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193" name="Google Shape;193;p29"/>
            <p:cNvSpPr/>
            <p:nvPr/>
          </p:nvSpPr>
          <p:spPr>
            <a:xfrm>
              <a:off x="4158708" y="5371226"/>
              <a:ext cx="25200" cy="1486774"/>
            </a:xfrm>
            <a:custGeom>
              <a:rect b="b" l="l" r="r" t="t"/>
              <a:pathLst>
                <a:path extrusionOk="0" h="1486774" w="25200">
                  <a:moveTo>
                    <a:pt x="0" y="0"/>
                  </a:moveTo>
                  <a:lnTo>
                    <a:pt x="25200" y="0"/>
                  </a:lnTo>
                  <a:lnTo>
                    <a:pt x="25200" y="1486774"/>
                  </a:lnTo>
                  <a:lnTo>
                    <a:pt x="0" y="1486774"/>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194" name="Google Shape;194;p29"/>
            <p:cNvSpPr/>
            <p:nvPr/>
          </p:nvSpPr>
          <p:spPr>
            <a:xfrm>
              <a:off x="4794272" y="5448208"/>
              <a:ext cx="25200" cy="1409792"/>
            </a:xfrm>
            <a:custGeom>
              <a:rect b="b" l="l" r="r" t="t"/>
              <a:pathLst>
                <a:path extrusionOk="0" h="1409792" w="25200">
                  <a:moveTo>
                    <a:pt x="0" y="0"/>
                  </a:moveTo>
                  <a:lnTo>
                    <a:pt x="25200" y="0"/>
                  </a:lnTo>
                  <a:lnTo>
                    <a:pt x="25200" y="1409792"/>
                  </a:lnTo>
                  <a:lnTo>
                    <a:pt x="0" y="1409792"/>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195" name="Google Shape;195;p29"/>
            <p:cNvSpPr/>
            <p:nvPr/>
          </p:nvSpPr>
          <p:spPr>
            <a:xfrm>
              <a:off x="6736964" y="6141046"/>
              <a:ext cx="25200" cy="716954"/>
            </a:xfrm>
            <a:custGeom>
              <a:rect b="b" l="l" r="r" t="t"/>
              <a:pathLst>
                <a:path extrusionOk="0" h="716954" w="25200">
                  <a:moveTo>
                    <a:pt x="0" y="0"/>
                  </a:moveTo>
                  <a:lnTo>
                    <a:pt x="25200" y="0"/>
                  </a:lnTo>
                  <a:lnTo>
                    <a:pt x="25200" y="716954"/>
                  </a:lnTo>
                  <a:lnTo>
                    <a:pt x="0" y="716954"/>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196" name="Google Shape;196;p29"/>
            <p:cNvSpPr/>
            <p:nvPr/>
          </p:nvSpPr>
          <p:spPr>
            <a:xfrm>
              <a:off x="8008092" y="5756136"/>
              <a:ext cx="25200" cy="1101864"/>
            </a:xfrm>
            <a:custGeom>
              <a:rect b="b" l="l" r="r" t="t"/>
              <a:pathLst>
                <a:path extrusionOk="0" h="1101864" w="25200">
                  <a:moveTo>
                    <a:pt x="0" y="0"/>
                  </a:moveTo>
                  <a:lnTo>
                    <a:pt x="25200" y="0"/>
                  </a:lnTo>
                  <a:lnTo>
                    <a:pt x="25200" y="1101864"/>
                  </a:lnTo>
                  <a:lnTo>
                    <a:pt x="0" y="1101864"/>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197" name="Google Shape;197;p29"/>
            <p:cNvSpPr/>
            <p:nvPr/>
          </p:nvSpPr>
          <p:spPr>
            <a:xfrm>
              <a:off x="9315220" y="5602172"/>
              <a:ext cx="25200" cy="1255828"/>
            </a:xfrm>
            <a:custGeom>
              <a:rect b="b" l="l" r="r" t="t"/>
              <a:pathLst>
                <a:path extrusionOk="0" h="1255828" w="25200">
                  <a:moveTo>
                    <a:pt x="0" y="0"/>
                  </a:moveTo>
                  <a:lnTo>
                    <a:pt x="25200" y="0"/>
                  </a:lnTo>
                  <a:lnTo>
                    <a:pt x="25200" y="1255828"/>
                  </a:lnTo>
                  <a:lnTo>
                    <a:pt x="0" y="1255828"/>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198" name="Google Shape;198;p29"/>
            <p:cNvSpPr/>
            <p:nvPr/>
          </p:nvSpPr>
          <p:spPr>
            <a:xfrm>
              <a:off x="9950784" y="5987082"/>
              <a:ext cx="25200" cy="870918"/>
            </a:xfrm>
            <a:custGeom>
              <a:rect b="b" l="l" r="r" t="t"/>
              <a:pathLst>
                <a:path extrusionOk="0" h="870918" w="25200">
                  <a:moveTo>
                    <a:pt x="0" y="0"/>
                  </a:moveTo>
                  <a:lnTo>
                    <a:pt x="25200" y="0"/>
                  </a:lnTo>
                  <a:lnTo>
                    <a:pt x="25200" y="870918"/>
                  </a:lnTo>
                  <a:lnTo>
                    <a:pt x="0" y="870918"/>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199" name="Google Shape;199;p29"/>
            <p:cNvSpPr/>
            <p:nvPr/>
          </p:nvSpPr>
          <p:spPr>
            <a:xfrm>
              <a:off x="10586348" y="6218024"/>
              <a:ext cx="25200" cy="639977"/>
            </a:xfrm>
            <a:custGeom>
              <a:rect b="b" l="l" r="r" t="t"/>
              <a:pathLst>
                <a:path extrusionOk="0" h="639977" w="25200">
                  <a:moveTo>
                    <a:pt x="0" y="0"/>
                  </a:moveTo>
                  <a:lnTo>
                    <a:pt x="25200" y="0"/>
                  </a:lnTo>
                  <a:lnTo>
                    <a:pt x="25200" y="639977"/>
                  </a:lnTo>
                  <a:lnTo>
                    <a:pt x="0" y="639977"/>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200" name="Google Shape;200;p29"/>
            <p:cNvSpPr/>
            <p:nvPr/>
          </p:nvSpPr>
          <p:spPr>
            <a:xfrm>
              <a:off x="11221912" y="5525190"/>
              <a:ext cx="25200" cy="1332810"/>
            </a:xfrm>
            <a:custGeom>
              <a:rect b="b" l="l" r="r" t="t"/>
              <a:pathLst>
                <a:path extrusionOk="0" h="1332810" w="25200">
                  <a:moveTo>
                    <a:pt x="0" y="0"/>
                  </a:moveTo>
                  <a:lnTo>
                    <a:pt x="25200" y="0"/>
                  </a:lnTo>
                  <a:lnTo>
                    <a:pt x="25200" y="1332810"/>
                  </a:lnTo>
                  <a:lnTo>
                    <a:pt x="0" y="1332810"/>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201" name="Google Shape;201;p29"/>
            <p:cNvSpPr/>
            <p:nvPr/>
          </p:nvSpPr>
          <p:spPr>
            <a:xfrm>
              <a:off x="11857477" y="5910100"/>
              <a:ext cx="25200" cy="947900"/>
            </a:xfrm>
            <a:custGeom>
              <a:rect b="b" l="l" r="r" t="t"/>
              <a:pathLst>
                <a:path extrusionOk="0" h="947900" w="25200">
                  <a:moveTo>
                    <a:pt x="0" y="0"/>
                  </a:moveTo>
                  <a:lnTo>
                    <a:pt x="25200" y="0"/>
                  </a:lnTo>
                  <a:lnTo>
                    <a:pt x="25200" y="947900"/>
                  </a:lnTo>
                  <a:lnTo>
                    <a:pt x="0" y="947900"/>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grpSp>
      <p:sp>
        <p:nvSpPr>
          <p:cNvPr id="202" name="Google Shape;202;p29"/>
          <p:cNvSpPr txBox="1"/>
          <p:nvPr/>
        </p:nvSpPr>
        <p:spPr>
          <a:xfrm>
            <a:off x="147485" y="1051834"/>
            <a:ext cx="8849100" cy="19164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4000">
                <a:solidFill>
                  <a:schemeClr val="dk1"/>
                </a:solidFill>
                <a:latin typeface="Space Grotesk"/>
                <a:ea typeface="Space Grotesk"/>
                <a:cs typeface="Space Grotesk"/>
                <a:sym typeface="Space Grotesk"/>
              </a:rPr>
              <a:t>From Script to Tool: </a:t>
            </a:r>
            <a:r>
              <a:rPr b="1" lang="en" sz="4000">
                <a:solidFill>
                  <a:schemeClr val="accent1"/>
                </a:solidFill>
                <a:latin typeface="Space Grotesk"/>
                <a:ea typeface="Space Grotesk"/>
                <a:cs typeface="Space Grotesk"/>
                <a:sym typeface="Space Grotesk"/>
              </a:rPr>
              <a:t>Building Robust, Meaningful Tools with PowerShell</a:t>
            </a:r>
            <a:endParaRPr sz="200"/>
          </a:p>
        </p:txBody>
      </p:sp>
      <p:sp>
        <p:nvSpPr>
          <p:cNvPr id="203" name="Google Shape;203;p29"/>
          <p:cNvSpPr txBox="1"/>
          <p:nvPr/>
        </p:nvSpPr>
        <p:spPr>
          <a:xfrm>
            <a:off x="2522968" y="2970197"/>
            <a:ext cx="3967800" cy="300000"/>
          </a:xfrm>
          <a:prstGeom prst="rect">
            <a:avLst/>
          </a:prstGeom>
          <a:noFill/>
          <a:ln>
            <a:noFill/>
          </a:ln>
        </p:spPr>
        <p:txBody>
          <a:bodyPr anchorCtr="0" anchor="t" bIns="34275" lIns="68575" spcFirstLastPara="1" rIns="68575" wrap="square" tIns="34275">
            <a:spAutoFit/>
          </a:bodyPr>
          <a:lstStyle/>
          <a:p>
            <a:pPr indent="0" lvl="0" marL="0" marR="0" rtl="0" algn="ctr">
              <a:lnSpc>
                <a:spcPct val="140000"/>
              </a:lnSpc>
              <a:spcBef>
                <a:spcPts val="0"/>
              </a:spcBef>
              <a:spcAft>
                <a:spcPts val="0"/>
              </a:spcAft>
              <a:buNone/>
            </a:pPr>
            <a:r>
              <a:rPr b="1" lang="en" sz="1500">
                <a:solidFill>
                  <a:schemeClr val="dk1"/>
                </a:solidFill>
                <a:latin typeface="Play"/>
                <a:ea typeface="Play"/>
                <a:cs typeface="Play"/>
                <a:sym typeface="Play"/>
              </a:rPr>
              <a:t>Matt McElreath</a:t>
            </a:r>
            <a:endParaRPr sz="1100"/>
          </a:p>
        </p:txBody>
      </p:sp>
      <p:sp>
        <p:nvSpPr>
          <p:cNvPr id="204" name="Google Shape;204;p29"/>
          <p:cNvSpPr txBox="1"/>
          <p:nvPr/>
        </p:nvSpPr>
        <p:spPr>
          <a:xfrm>
            <a:off x="8190654" y="4603777"/>
            <a:ext cx="667909" cy="300082"/>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fld id="{00000000-1234-1234-1234-123412341234}" type="slidenum">
              <a:rPr b="1" i="0" lang="en" sz="1500" u="none" cap="none" strike="noStrike">
                <a:solidFill>
                  <a:schemeClr val="accent1"/>
                </a:solidFill>
                <a:latin typeface="Play"/>
                <a:ea typeface="Play"/>
                <a:cs typeface="Play"/>
                <a:sym typeface="Play"/>
              </a:rPr>
              <a:t>‹#›</a:t>
            </a:fld>
            <a:r>
              <a:rPr b="1" i="0" lang="en" sz="1500" u="none" cap="none" strike="noStrike">
                <a:solidFill>
                  <a:schemeClr val="accent1"/>
                </a:solidFill>
                <a:latin typeface="Play"/>
                <a:ea typeface="Play"/>
                <a:cs typeface="Play"/>
                <a:sym typeface="Play"/>
              </a:rPr>
              <a:t> </a:t>
            </a:r>
            <a:r>
              <a:rPr b="0" i="0" lang="en" sz="1100" u="none" cap="none" strike="noStrike">
                <a:solidFill>
                  <a:schemeClr val="dk1"/>
                </a:solidFill>
                <a:latin typeface="Play"/>
                <a:ea typeface="Play"/>
                <a:cs typeface="Play"/>
                <a:sym typeface="Play"/>
              </a:rPr>
              <a:t>/ 15</a:t>
            </a:r>
            <a:endParaRPr b="0" i="0" sz="1500" u="none" cap="none" strike="noStrike">
              <a:solidFill>
                <a:schemeClr val="dk1"/>
              </a:solidFill>
              <a:latin typeface="Play"/>
              <a:ea typeface="Play"/>
              <a:cs typeface="Play"/>
              <a:sym typeface="Play"/>
            </a:endParaRPr>
          </a:p>
        </p:txBody>
      </p:sp>
      <p:sp>
        <p:nvSpPr>
          <p:cNvPr id="205" name="Google Shape;205;p29"/>
          <p:cNvSpPr/>
          <p:nvPr/>
        </p:nvSpPr>
        <p:spPr>
          <a:xfrm>
            <a:off x="2526599" y="2999977"/>
            <a:ext cx="3964200" cy="329400"/>
          </a:xfrm>
          <a:prstGeom prst="roundRect">
            <a:avLst>
              <a:gd fmla="val 18112" name="adj"/>
            </a:avLst>
          </a:prstGeom>
          <a:noFill/>
          <a:ln cap="flat" cmpd="sng" w="12700">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u="none" cap="none" strike="noStrike">
              <a:solidFill>
                <a:schemeClr val="accent1"/>
              </a:solidFill>
              <a:latin typeface="Play"/>
              <a:ea typeface="Play"/>
              <a:cs typeface="Play"/>
              <a:sym typeface="Play"/>
            </a:endParaRPr>
          </a:p>
        </p:txBody>
      </p:sp>
      <p:sp>
        <p:nvSpPr>
          <p:cNvPr id="206" name="Google Shape;206;p29"/>
          <p:cNvSpPr/>
          <p:nvPr/>
        </p:nvSpPr>
        <p:spPr>
          <a:xfrm>
            <a:off x="2430175" y="3515175"/>
            <a:ext cx="4294200" cy="692400"/>
          </a:xfrm>
          <a:prstGeom prst="roundRect">
            <a:avLst>
              <a:gd fmla="val 18112" name="adj"/>
            </a:avLst>
          </a:prstGeom>
          <a:gradFill>
            <a:gsLst>
              <a:gs pos="0">
                <a:schemeClr val="accent1"/>
              </a:gs>
              <a:gs pos="100000">
                <a:schemeClr val="accent2"/>
              </a:gs>
            </a:gsLst>
            <a:lin ang="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accent1"/>
              </a:solidFill>
              <a:latin typeface="Play"/>
              <a:ea typeface="Play"/>
              <a:cs typeface="Play"/>
              <a:sym typeface="Play"/>
            </a:endParaRPr>
          </a:p>
        </p:txBody>
      </p:sp>
      <p:sp>
        <p:nvSpPr>
          <p:cNvPr id="207" name="Google Shape;207;p29"/>
          <p:cNvSpPr txBox="1"/>
          <p:nvPr/>
        </p:nvSpPr>
        <p:spPr>
          <a:xfrm>
            <a:off x="2382450" y="3584301"/>
            <a:ext cx="4379100" cy="955200"/>
          </a:xfrm>
          <a:prstGeom prst="rect">
            <a:avLst/>
          </a:prstGeom>
          <a:noFill/>
          <a:ln>
            <a:noFill/>
          </a:ln>
        </p:spPr>
        <p:txBody>
          <a:bodyPr anchorCtr="0" anchor="t" bIns="34275" lIns="68575" spcFirstLastPara="1" rIns="68575" wrap="square" tIns="34275">
            <a:spAutoFit/>
          </a:bodyPr>
          <a:lstStyle/>
          <a:p>
            <a:pPr indent="0" lvl="0" marL="0" marR="0" rtl="0" algn="ctr">
              <a:lnSpc>
                <a:spcPct val="155555"/>
              </a:lnSpc>
              <a:spcBef>
                <a:spcPts val="0"/>
              </a:spcBef>
              <a:spcAft>
                <a:spcPts val="0"/>
              </a:spcAft>
              <a:buNone/>
            </a:pPr>
            <a:r>
              <a:rPr b="1" lang="en">
                <a:solidFill>
                  <a:schemeClr val="lt1"/>
                </a:solidFill>
                <a:latin typeface="Play"/>
                <a:ea typeface="Play"/>
                <a:cs typeface="Play"/>
                <a:sym typeface="Play"/>
              </a:rPr>
              <a:t>https://github.com/mmcelreath/summit-2026</a:t>
            </a:r>
            <a:endParaRPr b="1">
              <a:solidFill>
                <a:schemeClr val="lt1"/>
              </a:solidFill>
              <a:latin typeface="Play"/>
              <a:ea typeface="Play"/>
              <a:cs typeface="Play"/>
              <a:sym typeface="Play"/>
            </a:endParaRPr>
          </a:p>
          <a:p>
            <a:pPr indent="0" lvl="0" marL="0" marR="0" rtl="0" algn="ctr">
              <a:lnSpc>
                <a:spcPct val="155555"/>
              </a:lnSpc>
              <a:spcBef>
                <a:spcPts val="0"/>
              </a:spcBef>
              <a:spcAft>
                <a:spcPts val="0"/>
              </a:spcAft>
              <a:buNone/>
            </a:pPr>
            <a:r>
              <a:rPr b="1" lang="en">
                <a:solidFill>
                  <a:schemeClr val="lt1"/>
                </a:solidFill>
                <a:latin typeface="Play"/>
                <a:ea typeface="Play"/>
                <a:cs typeface="Play"/>
                <a:sym typeface="Play"/>
              </a:rPr>
              <a:t>https://www.linkedin.com/in/matt-mcelreath-ma/</a:t>
            </a:r>
            <a:endParaRPr b="1">
              <a:solidFill>
                <a:schemeClr val="lt1"/>
              </a:solidFill>
              <a:latin typeface="Play"/>
              <a:ea typeface="Play"/>
              <a:cs typeface="Play"/>
              <a:sym typeface="Play"/>
            </a:endParaRPr>
          </a:p>
          <a:p>
            <a:pPr indent="0" lvl="0" marL="0" marR="0" rtl="0" algn="ctr">
              <a:lnSpc>
                <a:spcPct val="155555"/>
              </a:lnSpc>
              <a:spcBef>
                <a:spcPts val="0"/>
              </a:spcBef>
              <a:spcAft>
                <a:spcPts val="0"/>
              </a:spcAft>
              <a:buNone/>
            </a:pPr>
            <a:r>
              <a:t/>
            </a:r>
            <a:endParaRPr b="1">
              <a:solidFill>
                <a:schemeClr val="lt1"/>
              </a:solidFill>
              <a:latin typeface="Play"/>
              <a:ea typeface="Play"/>
              <a:cs typeface="Play"/>
              <a:sym typeface="Play"/>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211" name="Shape 211"/>
        <p:cNvGrpSpPr/>
        <p:nvPr/>
      </p:nvGrpSpPr>
      <p:grpSpPr>
        <a:xfrm>
          <a:off x="0" y="0"/>
          <a:ext cx="0" cy="0"/>
          <a:chOff x="0" y="0"/>
          <a:chExt cx="0" cy="0"/>
        </a:xfrm>
      </p:grpSpPr>
      <p:sp>
        <p:nvSpPr>
          <p:cNvPr id="212" name="Google Shape;212;p30"/>
          <p:cNvSpPr txBox="1"/>
          <p:nvPr>
            <p:ph idx="1" type="body"/>
          </p:nvPr>
        </p:nvSpPr>
        <p:spPr>
          <a:xfrm>
            <a:off x="1021781" y="1494145"/>
            <a:ext cx="7427792" cy="1720453"/>
          </a:xfrm>
          <a:prstGeom prst="rect">
            <a:avLst/>
          </a:prstGeom>
          <a:noFill/>
          <a:ln>
            <a:noFill/>
          </a:ln>
        </p:spPr>
        <p:txBody>
          <a:bodyPr anchorCtr="0" anchor="t" bIns="34275" lIns="68575" spcFirstLastPara="1" rIns="68575" wrap="square" tIns="34275">
            <a:noAutofit/>
          </a:bodyPr>
          <a:lstStyle/>
          <a:p>
            <a:pPr indent="-171450" lvl="0" marL="177800" rtl="0" algn="l">
              <a:lnSpc>
                <a:spcPct val="90000"/>
              </a:lnSpc>
              <a:spcBef>
                <a:spcPts val="0"/>
              </a:spcBef>
              <a:spcAft>
                <a:spcPts val="0"/>
              </a:spcAft>
              <a:buClr>
                <a:schemeClr val="dk1"/>
              </a:buClr>
              <a:buSzPts val="2100"/>
              <a:buChar char="•"/>
            </a:pPr>
            <a:r>
              <a:rPr lang="en"/>
              <a:t>Keep this here and replace it with the update sponsor image that will be sent out the week prior to summit</a:t>
            </a:r>
            <a:endParaRPr/>
          </a:p>
        </p:txBody>
      </p:sp>
      <p:pic>
        <p:nvPicPr>
          <p:cNvPr id="213" name="Google Shape;213;p30"/>
          <p:cNvPicPr preferRelativeResize="0"/>
          <p:nvPr/>
        </p:nvPicPr>
        <p:blipFill>
          <a:blip r:embed="rId3">
            <a:alphaModFix/>
          </a:blip>
          <a:stretch>
            <a:fillRect/>
          </a:stretch>
        </p:blipFill>
        <p:spPr>
          <a:xfrm>
            <a:off x="0" y="53700"/>
            <a:ext cx="9144000" cy="5143500"/>
          </a:xfrm>
          <a:prstGeom prst="rect">
            <a:avLst/>
          </a:prstGeom>
          <a:noFill/>
          <a:ln>
            <a:noFill/>
          </a:ln>
        </p:spPr>
      </p:pic>
      <p:sp>
        <p:nvSpPr>
          <p:cNvPr id="214" name="Google Shape;214;p30"/>
          <p:cNvSpPr txBox="1"/>
          <p:nvPr/>
        </p:nvSpPr>
        <p:spPr>
          <a:xfrm>
            <a:off x="304800" y="30480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218" name="Shape 218"/>
        <p:cNvGrpSpPr/>
        <p:nvPr/>
      </p:nvGrpSpPr>
      <p:grpSpPr>
        <a:xfrm>
          <a:off x="0" y="0"/>
          <a:ext cx="0" cy="0"/>
          <a:chOff x="0" y="0"/>
          <a:chExt cx="0" cy="0"/>
        </a:xfrm>
      </p:grpSpPr>
      <p:sp>
        <p:nvSpPr>
          <p:cNvPr id="219" name="Google Shape;219;p31"/>
          <p:cNvSpPr txBox="1"/>
          <p:nvPr>
            <p:ph idx="1" type="body"/>
          </p:nvPr>
        </p:nvSpPr>
        <p:spPr>
          <a:xfrm>
            <a:off x="4901796" y="989242"/>
            <a:ext cx="3514500" cy="3101700"/>
          </a:xfrm>
          <a:prstGeom prst="rect">
            <a:avLst/>
          </a:prstGeom>
          <a:noFill/>
          <a:ln>
            <a:noFill/>
          </a:ln>
        </p:spPr>
        <p:txBody>
          <a:bodyPr anchorCtr="0" anchor="t" bIns="34275" lIns="68575" spcFirstLastPara="1" rIns="68575" wrap="square" tIns="34275">
            <a:noAutofit/>
          </a:bodyPr>
          <a:lstStyle/>
          <a:p>
            <a:pPr indent="-171450" lvl="0" marL="177800" rtl="0" algn="l">
              <a:lnSpc>
                <a:spcPct val="90000"/>
              </a:lnSpc>
              <a:spcBef>
                <a:spcPts val="0"/>
              </a:spcBef>
              <a:spcAft>
                <a:spcPts val="0"/>
              </a:spcAft>
              <a:buClr>
                <a:schemeClr val="dk1"/>
              </a:buClr>
              <a:buSzPts val="2100"/>
              <a:buChar char="•"/>
            </a:pPr>
            <a:r>
              <a:rPr lang="en"/>
              <a:t>Solution Architect @ FM</a:t>
            </a:r>
            <a:br>
              <a:rPr lang="en"/>
            </a:br>
            <a:endParaRPr/>
          </a:p>
          <a:p>
            <a:pPr indent="-171450" lvl="0" marL="177800" rtl="0" algn="l">
              <a:lnSpc>
                <a:spcPct val="90000"/>
              </a:lnSpc>
              <a:spcBef>
                <a:spcPts val="0"/>
              </a:spcBef>
              <a:spcAft>
                <a:spcPts val="0"/>
              </a:spcAft>
              <a:buSzPts val="2100"/>
              <a:buChar char="•"/>
            </a:pPr>
            <a:r>
              <a:rPr lang="en"/>
              <a:t>Focus on Infrastructure Atuomation (With PowerShell of course)</a:t>
            </a:r>
            <a:br>
              <a:rPr lang="en"/>
            </a:br>
            <a:endParaRPr/>
          </a:p>
          <a:p>
            <a:pPr indent="-171450" lvl="0" marL="177800" rtl="0" algn="l">
              <a:lnSpc>
                <a:spcPct val="90000"/>
              </a:lnSpc>
              <a:spcBef>
                <a:spcPts val="0"/>
              </a:spcBef>
              <a:spcAft>
                <a:spcPts val="0"/>
              </a:spcAft>
              <a:buSzPts val="2100"/>
              <a:buChar char="•"/>
            </a:pPr>
            <a:r>
              <a:rPr lang="en"/>
              <a:t>Long time listener, first time presenter</a:t>
            </a:r>
            <a:br>
              <a:rPr lang="en"/>
            </a:br>
            <a:endParaRPr/>
          </a:p>
          <a:p>
            <a:pPr indent="0" lvl="0" marL="0" rtl="0" algn="l">
              <a:lnSpc>
                <a:spcPct val="90000"/>
              </a:lnSpc>
              <a:spcBef>
                <a:spcPts val="0"/>
              </a:spcBef>
              <a:spcAft>
                <a:spcPts val="0"/>
              </a:spcAft>
              <a:buNone/>
            </a:pPr>
            <a:r>
              <a:t/>
            </a:r>
            <a:endParaRPr/>
          </a:p>
        </p:txBody>
      </p:sp>
      <p:pic>
        <p:nvPicPr>
          <p:cNvPr id="220" name="Google Shape;220;p31" title="PXL_20230422_002341594_Original.jpg"/>
          <p:cNvPicPr preferRelativeResize="0"/>
          <p:nvPr>
            <p:ph idx="2" type="pic"/>
          </p:nvPr>
        </p:nvPicPr>
        <p:blipFill rotWithShape="1">
          <a:blip r:embed="rId3">
            <a:alphaModFix/>
          </a:blip>
          <a:srcRect b="0" l="5947" r="5947" t="0"/>
          <a:stretch/>
        </p:blipFill>
        <p:spPr>
          <a:xfrm>
            <a:off x="761663" y="989242"/>
            <a:ext cx="3629399" cy="3101698"/>
          </a:xfrm>
          <a:prstGeom prst="rect">
            <a:avLst/>
          </a:prstGeom>
        </p:spPr>
      </p:pic>
      <p:sp>
        <p:nvSpPr>
          <p:cNvPr id="221" name="Google Shape;221;p31"/>
          <p:cNvSpPr txBox="1"/>
          <p:nvPr>
            <p:ph type="title"/>
          </p:nvPr>
        </p:nvSpPr>
        <p:spPr>
          <a:xfrm>
            <a:off x="1681925" y="118568"/>
            <a:ext cx="6107400" cy="9942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None/>
            </a:pPr>
            <a:r>
              <a:rPr lang="en">
                <a:solidFill>
                  <a:schemeClr val="dk1"/>
                </a:solidFill>
              </a:rPr>
              <a:t>About Me</a:t>
            </a:r>
            <a:endParaRPr>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226" name="Shape 226"/>
        <p:cNvGrpSpPr/>
        <p:nvPr/>
      </p:nvGrpSpPr>
      <p:grpSpPr>
        <a:xfrm>
          <a:off x="0" y="0"/>
          <a:ext cx="0" cy="0"/>
          <a:chOff x="0" y="0"/>
          <a:chExt cx="0" cy="0"/>
        </a:xfrm>
      </p:grpSpPr>
      <p:grpSp>
        <p:nvGrpSpPr>
          <p:cNvPr id="227" name="Google Shape;227;p32"/>
          <p:cNvGrpSpPr/>
          <p:nvPr/>
        </p:nvGrpSpPr>
        <p:grpSpPr>
          <a:xfrm>
            <a:off x="231993" y="2454903"/>
            <a:ext cx="8680015" cy="2690634"/>
            <a:chOff x="309324" y="4684536"/>
            <a:chExt cx="11573353" cy="2176008"/>
          </a:xfrm>
        </p:grpSpPr>
        <p:sp>
          <p:nvSpPr>
            <p:cNvPr id="228" name="Google Shape;228;p32"/>
            <p:cNvSpPr/>
            <p:nvPr/>
          </p:nvSpPr>
          <p:spPr>
            <a:xfrm>
              <a:off x="1580452" y="4684536"/>
              <a:ext cx="61200" cy="1615679"/>
            </a:xfrm>
            <a:custGeom>
              <a:rect b="b" l="l" r="r" t="t"/>
              <a:pathLst>
                <a:path extrusionOk="0" h="1615679" w="61200">
                  <a:moveTo>
                    <a:pt x="18000" y="0"/>
                  </a:moveTo>
                  <a:lnTo>
                    <a:pt x="43200" y="0"/>
                  </a:lnTo>
                  <a:lnTo>
                    <a:pt x="43200" y="1559698"/>
                  </a:lnTo>
                  <a:lnTo>
                    <a:pt x="52238" y="1563442"/>
                  </a:lnTo>
                  <a:cubicBezTo>
                    <a:pt x="57775" y="1568979"/>
                    <a:pt x="61200" y="1576629"/>
                    <a:pt x="61200" y="1585079"/>
                  </a:cubicBezTo>
                  <a:cubicBezTo>
                    <a:pt x="61200" y="1601979"/>
                    <a:pt x="47500" y="1615679"/>
                    <a:pt x="30600" y="1615679"/>
                  </a:cubicBezTo>
                  <a:cubicBezTo>
                    <a:pt x="13700" y="1615679"/>
                    <a:pt x="0" y="1601979"/>
                    <a:pt x="0" y="1585079"/>
                  </a:cubicBezTo>
                  <a:cubicBezTo>
                    <a:pt x="0" y="1576629"/>
                    <a:pt x="3425" y="1568979"/>
                    <a:pt x="8963" y="1563442"/>
                  </a:cubicBezTo>
                  <a:lnTo>
                    <a:pt x="18000" y="1559698"/>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229" name="Google Shape;229;p32"/>
            <p:cNvSpPr/>
            <p:nvPr/>
          </p:nvSpPr>
          <p:spPr>
            <a:xfrm>
              <a:off x="3523144" y="5140280"/>
              <a:ext cx="25200" cy="1566300"/>
            </a:xfrm>
            <a:prstGeom prst="rect">
              <a:avLst/>
            </a:pr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230" name="Google Shape;230;p32"/>
            <p:cNvSpPr/>
            <p:nvPr/>
          </p:nvSpPr>
          <p:spPr>
            <a:xfrm>
              <a:off x="6101400" y="5294244"/>
              <a:ext cx="25200" cy="1566300"/>
            </a:xfrm>
            <a:prstGeom prst="rect">
              <a:avLst/>
            </a:pr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231" name="Google Shape;231;p32"/>
            <p:cNvSpPr/>
            <p:nvPr/>
          </p:nvSpPr>
          <p:spPr>
            <a:xfrm>
              <a:off x="309324" y="5063298"/>
              <a:ext cx="25200" cy="1566300"/>
            </a:xfrm>
            <a:prstGeom prst="rect">
              <a:avLst/>
            </a:pr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232" name="Google Shape;232;p32"/>
            <p:cNvSpPr/>
            <p:nvPr/>
          </p:nvSpPr>
          <p:spPr>
            <a:xfrm>
              <a:off x="5429836" y="4937044"/>
              <a:ext cx="61200" cy="1615679"/>
            </a:xfrm>
            <a:custGeom>
              <a:rect b="b" l="l" r="r" t="t"/>
              <a:pathLst>
                <a:path extrusionOk="0" h="1615679" w="61200">
                  <a:moveTo>
                    <a:pt x="18000" y="0"/>
                  </a:moveTo>
                  <a:lnTo>
                    <a:pt x="43200" y="0"/>
                  </a:lnTo>
                  <a:lnTo>
                    <a:pt x="43200" y="1559698"/>
                  </a:lnTo>
                  <a:lnTo>
                    <a:pt x="52238" y="1563442"/>
                  </a:lnTo>
                  <a:cubicBezTo>
                    <a:pt x="57775" y="1568979"/>
                    <a:pt x="61200" y="1576629"/>
                    <a:pt x="61200" y="1585079"/>
                  </a:cubicBezTo>
                  <a:cubicBezTo>
                    <a:pt x="61200" y="1601979"/>
                    <a:pt x="47500" y="1615679"/>
                    <a:pt x="30600" y="1615679"/>
                  </a:cubicBezTo>
                  <a:cubicBezTo>
                    <a:pt x="13700" y="1615679"/>
                    <a:pt x="0" y="1601979"/>
                    <a:pt x="0" y="1585079"/>
                  </a:cubicBezTo>
                  <a:cubicBezTo>
                    <a:pt x="0" y="1576629"/>
                    <a:pt x="3425" y="1568979"/>
                    <a:pt x="8963" y="1563442"/>
                  </a:cubicBezTo>
                  <a:lnTo>
                    <a:pt x="18000" y="1559698"/>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233" name="Google Shape;233;p32"/>
            <p:cNvSpPr/>
            <p:nvPr/>
          </p:nvSpPr>
          <p:spPr>
            <a:xfrm>
              <a:off x="8643656" y="4810790"/>
              <a:ext cx="61200" cy="1615679"/>
            </a:xfrm>
            <a:custGeom>
              <a:rect b="b" l="l" r="r" t="t"/>
              <a:pathLst>
                <a:path extrusionOk="0" h="1615679" w="61200">
                  <a:moveTo>
                    <a:pt x="18000" y="0"/>
                  </a:moveTo>
                  <a:lnTo>
                    <a:pt x="43200" y="0"/>
                  </a:lnTo>
                  <a:lnTo>
                    <a:pt x="43200" y="1559698"/>
                  </a:lnTo>
                  <a:lnTo>
                    <a:pt x="52238" y="1563442"/>
                  </a:lnTo>
                  <a:cubicBezTo>
                    <a:pt x="57775" y="1568979"/>
                    <a:pt x="61200" y="1576629"/>
                    <a:pt x="61200" y="1585079"/>
                  </a:cubicBezTo>
                  <a:cubicBezTo>
                    <a:pt x="61200" y="1601979"/>
                    <a:pt x="47500" y="1615679"/>
                    <a:pt x="30600" y="1615679"/>
                  </a:cubicBezTo>
                  <a:cubicBezTo>
                    <a:pt x="13700" y="1615679"/>
                    <a:pt x="0" y="1601979"/>
                    <a:pt x="0" y="1585079"/>
                  </a:cubicBezTo>
                  <a:cubicBezTo>
                    <a:pt x="0" y="1576629"/>
                    <a:pt x="3425" y="1568979"/>
                    <a:pt x="8963" y="1563442"/>
                  </a:cubicBezTo>
                  <a:lnTo>
                    <a:pt x="18000" y="1559698"/>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234" name="Google Shape;234;p32"/>
            <p:cNvSpPr/>
            <p:nvPr/>
          </p:nvSpPr>
          <p:spPr>
            <a:xfrm>
              <a:off x="7372528" y="5217262"/>
              <a:ext cx="25200" cy="1566300"/>
            </a:xfrm>
            <a:prstGeom prst="rect">
              <a:avLst/>
            </a:pr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235" name="Google Shape;235;p32"/>
            <p:cNvSpPr/>
            <p:nvPr/>
          </p:nvSpPr>
          <p:spPr>
            <a:xfrm>
              <a:off x="944888" y="5679154"/>
              <a:ext cx="25200" cy="1178846"/>
            </a:xfrm>
            <a:custGeom>
              <a:rect b="b" l="l" r="r" t="t"/>
              <a:pathLst>
                <a:path extrusionOk="0" h="1178846" w="25200">
                  <a:moveTo>
                    <a:pt x="0" y="0"/>
                  </a:moveTo>
                  <a:lnTo>
                    <a:pt x="25200" y="0"/>
                  </a:lnTo>
                  <a:lnTo>
                    <a:pt x="25200" y="1178846"/>
                  </a:lnTo>
                  <a:lnTo>
                    <a:pt x="0" y="1178846"/>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236" name="Google Shape;236;p32"/>
            <p:cNvSpPr/>
            <p:nvPr/>
          </p:nvSpPr>
          <p:spPr>
            <a:xfrm>
              <a:off x="2252016" y="6064064"/>
              <a:ext cx="25200" cy="793936"/>
            </a:xfrm>
            <a:custGeom>
              <a:rect b="b" l="l" r="r" t="t"/>
              <a:pathLst>
                <a:path extrusionOk="0" h="793936" w="25200">
                  <a:moveTo>
                    <a:pt x="0" y="0"/>
                  </a:moveTo>
                  <a:lnTo>
                    <a:pt x="25200" y="0"/>
                  </a:lnTo>
                  <a:lnTo>
                    <a:pt x="25200" y="793936"/>
                  </a:lnTo>
                  <a:lnTo>
                    <a:pt x="0" y="793936"/>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237" name="Google Shape;237;p32"/>
            <p:cNvSpPr/>
            <p:nvPr/>
          </p:nvSpPr>
          <p:spPr>
            <a:xfrm>
              <a:off x="2887580" y="5833118"/>
              <a:ext cx="25200" cy="1024882"/>
            </a:xfrm>
            <a:custGeom>
              <a:rect b="b" l="l" r="r" t="t"/>
              <a:pathLst>
                <a:path extrusionOk="0" h="1024882" w="25200">
                  <a:moveTo>
                    <a:pt x="0" y="0"/>
                  </a:moveTo>
                  <a:lnTo>
                    <a:pt x="25200" y="0"/>
                  </a:lnTo>
                  <a:lnTo>
                    <a:pt x="25200" y="1024882"/>
                  </a:lnTo>
                  <a:lnTo>
                    <a:pt x="0" y="1024882"/>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238" name="Google Shape;238;p32"/>
            <p:cNvSpPr/>
            <p:nvPr/>
          </p:nvSpPr>
          <p:spPr>
            <a:xfrm>
              <a:off x="4158708" y="5371226"/>
              <a:ext cx="25200" cy="1486774"/>
            </a:xfrm>
            <a:custGeom>
              <a:rect b="b" l="l" r="r" t="t"/>
              <a:pathLst>
                <a:path extrusionOk="0" h="1486774" w="25200">
                  <a:moveTo>
                    <a:pt x="0" y="0"/>
                  </a:moveTo>
                  <a:lnTo>
                    <a:pt x="25200" y="0"/>
                  </a:lnTo>
                  <a:lnTo>
                    <a:pt x="25200" y="1486774"/>
                  </a:lnTo>
                  <a:lnTo>
                    <a:pt x="0" y="1486774"/>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239" name="Google Shape;239;p32"/>
            <p:cNvSpPr/>
            <p:nvPr/>
          </p:nvSpPr>
          <p:spPr>
            <a:xfrm>
              <a:off x="4794272" y="5448208"/>
              <a:ext cx="25200" cy="1409792"/>
            </a:xfrm>
            <a:custGeom>
              <a:rect b="b" l="l" r="r" t="t"/>
              <a:pathLst>
                <a:path extrusionOk="0" h="1409792" w="25200">
                  <a:moveTo>
                    <a:pt x="0" y="0"/>
                  </a:moveTo>
                  <a:lnTo>
                    <a:pt x="25200" y="0"/>
                  </a:lnTo>
                  <a:lnTo>
                    <a:pt x="25200" y="1409792"/>
                  </a:lnTo>
                  <a:lnTo>
                    <a:pt x="0" y="1409792"/>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240" name="Google Shape;240;p32"/>
            <p:cNvSpPr/>
            <p:nvPr/>
          </p:nvSpPr>
          <p:spPr>
            <a:xfrm>
              <a:off x="6736964" y="6141046"/>
              <a:ext cx="25200" cy="716954"/>
            </a:xfrm>
            <a:custGeom>
              <a:rect b="b" l="l" r="r" t="t"/>
              <a:pathLst>
                <a:path extrusionOk="0" h="716954" w="25200">
                  <a:moveTo>
                    <a:pt x="0" y="0"/>
                  </a:moveTo>
                  <a:lnTo>
                    <a:pt x="25200" y="0"/>
                  </a:lnTo>
                  <a:lnTo>
                    <a:pt x="25200" y="716954"/>
                  </a:lnTo>
                  <a:lnTo>
                    <a:pt x="0" y="716954"/>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241" name="Google Shape;241;p32"/>
            <p:cNvSpPr/>
            <p:nvPr/>
          </p:nvSpPr>
          <p:spPr>
            <a:xfrm>
              <a:off x="8008092" y="5756136"/>
              <a:ext cx="25200" cy="1101864"/>
            </a:xfrm>
            <a:custGeom>
              <a:rect b="b" l="l" r="r" t="t"/>
              <a:pathLst>
                <a:path extrusionOk="0" h="1101864" w="25200">
                  <a:moveTo>
                    <a:pt x="0" y="0"/>
                  </a:moveTo>
                  <a:lnTo>
                    <a:pt x="25200" y="0"/>
                  </a:lnTo>
                  <a:lnTo>
                    <a:pt x="25200" y="1101864"/>
                  </a:lnTo>
                  <a:lnTo>
                    <a:pt x="0" y="1101864"/>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242" name="Google Shape;242;p32"/>
            <p:cNvSpPr/>
            <p:nvPr/>
          </p:nvSpPr>
          <p:spPr>
            <a:xfrm>
              <a:off x="9315220" y="5602172"/>
              <a:ext cx="25200" cy="1255828"/>
            </a:xfrm>
            <a:custGeom>
              <a:rect b="b" l="l" r="r" t="t"/>
              <a:pathLst>
                <a:path extrusionOk="0" h="1255828" w="25200">
                  <a:moveTo>
                    <a:pt x="0" y="0"/>
                  </a:moveTo>
                  <a:lnTo>
                    <a:pt x="25200" y="0"/>
                  </a:lnTo>
                  <a:lnTo>
                    <a:pt x="25200" y="1255828"/>
                  </a:lnTo>
                  <a:lnTo>
                    <a:pt x="0" y="1255828"/>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243" name="Google Shape;243;p32"/>
            <p:cNvSpPr/>
            <p:nvPr/>
          </p:nvSpPr>
          <p:spPr>
            <a:xfrm>
              <a:off x="9950784" y="5987082"/>
              <a:ext cx="25200" cy="870918"/>
            </a:xfrm>
            <a:custGeom>
              <a:rect b="b" l="l" r="r" t="t"/>
              <a:pathLst>
                <a:path extrusionOk="0" h="870918" w="25200">
                  <a:moveTo>
                    <a:pt x="0" y="0"/>
                  </a:moveTo>
                  <a:lnTo>
                    <a:pt x="25200" y="0"/>
                  </a:lnTo>
                  <a:lnTo>
                    <a:pt x="25200" y="870918"/>
                  </a:lnTo>
                  <a:lnTo>
                    <a:pt x="0" y="870918"/>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244" name="Google Shape;244;p32"/>
            <p:cNvSpPr/>
            <p:nvPr/>
          </p:nvSpPr>
          <p:spPr>
            <a:xfrm>
              <a:off x="10586348" y="6218024"/>
              <a:ext cx="25200" cy="639977"/>
            </a:xfrm>
            <a:custGeom>
              <a:rect b="b" l="l" r="r" t="t"/>
              <a:pathLst>
                <a:path extrusionOk="0" h="639977" w="25200">
                  <a:moveTo>
                    <a:pt x="0" y="0"/>
                  </a:moveTo>
                  <a:lnTo>
                    <a:pt x="25200" y="0"/>
                  </a:lnTo>
                  <a:lnTo>
                    <a:pt x="25200" y="639977"/>
                  </a:lnTo>
                  <a:lnTo>
                    <a:pt x="0" y="639977"/>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245" name="Google Shape;245;p32"/>
            <p:cNvSpPr/>
            <p:nvPr/>
          </p:nvSpPr>
          <p:spPr>
            <a:xfrm>
              <a:off x="11221912" y="5525190"/>
              <a:ext cx="25200" cy="1332810"/>
            </a:xfrm>
            <a:custGeom>
              <a:rect b="b" l="l" r="r" t="t"/>
              <a:pathLst>
                <a:path extrusionOk="0" h="1332810" w="25200">
                  <a:moveTo>
                    <a:pt x="0" y="0"/>
                  </a:moveTo>
                  <a:lnTo>
                    <a:pt x="25200" y="0"/>
                  </a:lnTo>
                  <a:lnTo>
                    <a:pt x="25200" y="1332810"/>
                  </a:lnTo>
                  <a:lnTo>
                    <a:pt x="0" y="1332810"/>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sp>
          <p:nvSpPr>
            <p:cNvPr id="246" name="Google Shape;246;p32"/>
            <p:cNvSpPr/>
            <p:nvPr/>
          </p:nvSpPr>
          <p:spPr>
            <a:xfrm>
              <a:off x="11857477" y="5910100"/>
              <a:ext cx="25200" cy="947900"/>
            </a:xfrm>
            <a:custGeom>
              <a:rect b="b" l="l" r="r" t="t"/>
              <a:pathLst>
                <a:path extrusionOk="0" h="947900" w="25200">
                  <a:moveTo>
                    <a:pt x="0" y="0"/>
                  </a:moveTo>
                  <a:lnTo>
                    <a:pt x="25200" y="0"/>
                  </a:lnTo>
                  <a:lnTo>
                    <a:pt x="25200" y="947900"/>
                  </a:lnTo>
                  <a:lnTo>
                    <a:pt x="0" y="947900"/>
                  </a:lnTo>
                  <a:close/>
                </a:path>
              </a:pathLst>
            </a:custGeom>
            <a:gradFill>
              <a:gsLst>
                <a:gs pos="0">
                  <a:srgbClr val="2B2D78">
                    <a:alpha val="0"/>
                  </a:srgbClr>
                </a:gs>
                <a:gs pos="33000">
                  <a:srgbClr val="2B2D78">
                    <a:alpha val="4705"/>
                  </a:srgbClr>
                </a:gs>
                <a:gs pos="75000">
                  <a:srgbClr val="2B2D78">
                    <a:alpha val="14901"/>
                  </a:srgbClr>
                </a:gs>
                <a:gs pos="100000">
                  <a:srgbClr val="92278F">
                    <a:alpha val="14901"/>
                  </a:srgbClr>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Play"/>
                <a:ea typeface="Play"/>
                <a:cs typeface="Play"/>
                <a:sym typeface="Play"/>
              </a:endParaRPr>
            </a:p>
          </p:txBody>
        </p:sp>
      </p:grpSp>
      <p:sp>
        <p:nvSpPr>
          <p:cNvPr id="247" name="Google Shape;247;p32"/>
          <p:cNvSpPr txBox="1"/>
          <p:nvPr/>
        </p:nvSpPr>
        <p:spPr>
          <a:xfrm>
            <a:off x="147485" y="1051834"/>
            <a:ext cx="8849100" cy="19164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4000">
                <a:solidFill>
                  <a:schemeClr val="dk1"/>
                </a:solidFill>
                <a:latin typeface="Space Grotesk"/>
                <a:ea typeface="Space Grotesk"/>
                <a:cs typeface="Space Grotesk"/>
                <a:sym typeface="Space Grotesk"/>
              </a:rPr>
              <a:t>From Script to Tool: </a:t>
            </a:r>
            <a:r>
              <a:rPr b="1" lang="en" sz="4000">
                <a:solidFill>
                  <a:schemeClr val="accent1"/>
                </a:solidFill>
                <a:latin typeface="Space Grotesk"/>
                <a:ea typeface="Space Grotesk"/>
                <a:cs typeface="Space Grotesk"/>
                <a:sym typeface="Space Grotesk"/>
              </a:rPr>
              <a:t>Building Robust, Meaningful Tools with PowerShell</a:t>
            </a:r>
            <a:endParaRPr sz="200"/>
          </a:p>
        </p:txBody>
      </p:sp>
      <p:sp>
        <p:nvSpPr>
          <p:cNvPr id="248" name="Google Shape;248;p32"/>
          <p:cNvSpPr txBox="1"/>
          <p:nvPr/>
        </p:nvSpPr>
        <p:spPr>
          <a:xfrm>
            <a:off x="2522968" y="2970197"/>
            <a:ext cx="3967800" cy="300000"/>
          </a:xfrm>
          <a:prstGeom prst="rect">
            <a:avLst/>
          </a:prstGeom>
          <a:noFill/>
          <a:ln>
            <a:noFill/>
          </a:ln>
        </p:spPr>
        <p:txBody>
          <a:bodyPr anchorCtr="0" anchor="t" bIns="34275" lIns="68575" spcFirstLastPara="1" rIns="68575" wrap="square" tIns="34275">
            <a:spAutoFit/>
          </a:bodyPr>
          <a:lstStyle/>
          <a:p>
            <a:pPr indent="0" lvl="0" marL="0" marR="0" rtl="0" algn="ctr">
              <a:lnSpc>
                <a:spcPct val="140000"/>
              </a:lnSpc>
              <a:spcBef>
                <a:spcPts val="0"/>
              </a:spcBef>
              <a:spcAft>
                <a:spcPts val="0"/>
              </a:spcAft>
              <a:buNone/>
            </a:pPr>
            <a:r>
              <a:rPr b="1" lang="en" sz="1500">
                <a:solidFill>
                  <a:schemeClr val="dk1"/>
                </a:solidFill>
                <a:latin typeface="Play"/>
                <a:ea typeface="Play"/>
                <a:cs typeface="Play"/>
                <a:sym typeface="Play"/>
              </a:rPr>
              <a:t>Matt McElreath</a:t>
            </a:r>
            <a:endParaRPr sz="1100"/>
          </a:p>
        </p:txBody>
      </p:sp>
      <p:sp>
        <p:nvSpPr>
          <p:cNvPr id="249" name="Google Shape;249;p32"/>
          <p:cNvSpPr txBox="1"/>
          <p:nvPr/>
        </p:nvSpPr>
        <p:spPr>
          <a:xfrm>
            <a:off x="8190654" y="4603778"/>
            <a:ext cx="667800" cy="300000"/>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fld id="{00000000-1234-1234-1234-123412341234}" type="slidenum">
              <a:rPr b="1" i="0" lang="en" sz="1500" u="none" cap="none" strike="noStrike">
                <a:solidFill>
                  <a:schemeClr val="accent1"/>
                </a:solidFill>
                <a:latin typeface="Play"/>
                <a:ea typeface="Play"/>
                <a:cs typeface="Play"/>
                <a:sym typeface="Play"/>
              </a:rPr>
              <a:t>‹#›</a:t>
            </a:fld>
            <a:r>
              <a:rPr b="1" i="0" lang="en" sz="1500" u="none" cap="none" strike="noStrike">
                <a:solidFill>
                  <a:schemeClr val="accent1"/>
                </a:solidFill>
                <a:latin typeface="Play"/>
                <a:ea typeface="Play"/>
                <a:cs typeface="Play"/>
                <a:sym typeface="Play"/>
              </a:rPr>
              <a:t> </a:t>
            </a:r>
            <a:r>
              <a:rPr b="0" i="0" lang="en" sz="1100" u="none" cap="none" strike="noStrike">
                <a:solidFill>
                  <a:schemeClr val="dk1"/>
                </a:solidFill>
                <a:latin typeface="Play"/>
                <a:ea typeface="Play"/>
                <a:cs typeface="Play"/>
                <a:sym typeface="Play"/>
              </a:rPr>
              <a:t>/ 15</a:t>
            </a:r>
            <a:endParaRPr b="0" i="0" sz="1500" u="none" cap="none" strike="noStrike">
              <a:solidFill>
                <a:schemeClr val="dk1"/>
              </a:solidFill>
              <a:latin typeface="Play"/>
              <a:ea typeface="Play"/>
              <a:cs typeface="Play"/>
              <a:sym typeface="Play"/>
            </a:endParaRPr>
          </a:p>
        </p:txBody>
      </p:sp>
      <p:sp>
        <p:nvSpPr>
          <p:cNvPr id="250" name="Google Shape;250;p32"/>
          <p:cNvSpPr/>
          <p:nvPr/>
        </p:nvSpPr>
        <p:spPr>
          <a:xfrm>
            <a:off x="2526599" y="2999977"/>
            <a:ext cx="3964200" cy="329400"/>
          </a:xfrm>
          <a:prstGeom prst="roundRect">
            <a:avLst>
              <a:gd fmla="val 18112" name="adj"/>
            </a:avLst>
          </a:prstGeom>
          <a:noFill/>
          <a:ln cap="flat" cmpd="sng" w="12700">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400" u="none" cap="none" strike="noStrike">
              <a:solidFill>
                <a:schemeClr val="accent1"/>
              </a:solidFill>
              <a:latin typeface="Play"/>
              <a:ea typeface="Play"/>
              <a:cs typeface="Play"/>
              <a:sym typeface="Play"/>
            </a:endParaRPr>
          </a:p>
        </p:txBody>
      </p:sp>
      <p:sp>
        <p:nvSpPr>
          <p:cNvPr id="251" name="Google Shape;251;p32"/>
          <p:cNvSpPr/>
          <p:nvPr/>
        </p:nvSpPr>
        <p:spPr>
          <a:xfrm>
            <a:off x="2430175" y="3515175"/>
            <a:ext cx="4294200" cy="692400"/>
          </a:xfrm>
          <a:prstGeom prst="roundRect">
            <a:avLst>
              <a:gd fmla="val 18112" name="adj"/>
            </a:avLst>
          </a:prstGeom>
          <a:gradFill>
            <a:gsLst>
              <a:gs pos="0">
                <a:schemeClr val="accent1"/>
              </a:gs>
              <a:gs pos="100000">
                <a:schemeClr val="accent2"/>
              </a:gs>
            </a:gsLst>
            <a:lin ang="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accent1"/>
              </a:solidFill>
              <a:latin typeface="Play"/>
              <a:ea typeface="Play"/>
              <a:cs typeface="Play"/>
              <a:sym typeface="Play"/>
            </a:endParaRPr>
          </a:p>
        </p:txBody>
      </p:sp>
      <p:sp>
        <p:nvSpPr>
          <p:cNvPr id="252" name="Google Shape;252;p32"/>
          <p:cNvSpPr txBox="1"/>
          <p:nvPr/>
        </p:nvSpPr>
        <p:spPr>
          <a:xfrm>
            <a:off x="2382450" y="3584301"/>
            <a:ext cx="4379100" cy="955200"/>
          </a:xfrm>
          <a:prstGeom prst="rect">
            <a:avLst/>
          </a:prstGeom>
          <a:noFill/>
          <a:ln>
            <a:noFill/>
          </a:ln>
        </p:spPr>
        <p:txBody>
          <a:bodyPr anchorCtr="0" anchor="t" bIns="34275" lIns="68575" spcFirstLastPara="1" rIns="68575" wrap="square" tIns="34275">
            <a:spAutoFit/>
          </a:bodyPr>
          <a:lstStyle/>
          <a:p>
            <a:pPr indent="0" lvl="0" marL="0" marR="0" rtl="0" algn="ctr">
              <a:lnSpc>
                <a:spcPct val="155555"/>
              </a:lnSpc>
              <a:spcBef>
                <a:spcPts val="0"/>
              </a:spcBef>
              <a:spcAft>
                <a:spcPts val="0"/>
              </a:spcAft>
              <a:buNone/>
            </a:pPr>
            <a:r>
              <a:rPr b="1" lang="en">
                <a:solidFill>
                  <a:schemeClr val="lt1"/>
                </a:solidFill>
                <a:latin typeface="Play"/>
                <a:ea typeface="Play"/>
                <a:cs typeface="Play"/>
                <a:sym typeface="Play"/>
              </a:rPr>
              <a:t>https://github.com/mmcelreath/summit-2026</a:t>
            </a:r>
            <a:endParaRPr b="1">
              <a:solidFill>
                <a:schemeClr val="lt1"/>
              </a:solidFill>
              <a:latin typeface="Play"/>
              <a:ea typeface="Play"/>
              <a:cs typeface="Play"/>
              <a:sym typeface="Play"/>
            </a:endParaRPr>
          </a:p>
          <a:p>
            <a:pPr indent="0" lvl="0" marL="0" marR="0" rtl="0" algn="ctr">
              <a:lnSpc>
                <a:spcPct val="155555"/>
              </a:lnSpc>
              <a:spcBef>
                <a:spcPts val="0"/>
              </a:spcBef>
              <a:spcAft>
                <a:spcPts val="0"/>
              </a:spcAft>
              <a:buNone/>
            </a:pPr>
            <a:r>
              <a:rPr b="1" lang="en">
                <a:solidFill>
                  <a:schemeClr val="lt1"/>
                </a:solidFill>
                <a:latin typeface="Play"/>
                <a:ea typeface="Play"/>
                <a:cs typeface="Play"/>
                <a:sym typeface="Play"/>
              </a:rPr>
              <a:t>https://www.linkedin.com/in/matt-mcelreath-ma/</a:t>
            </a:r>
            <a:endParaRPr b="1">
              <a:solidFill>
                <a:schemeClr val="lt1"/>
              </a:solidFill>
              <a:latin typeface="Play"/>
              <a:ea typeface="Play"/>
              <a:cs typeface="Play"/>
              <a:sym typeface="Play"/>
            </a:endParaRPr>
          </a:p>
          <a:p>
            <a:pPr indent="0" lvl="0" marL="0" marR="0" rtl="0" algn="ctr">
              <a:lnSpc>
                <a:spcPct val="155555"/>
              </a:lnSpc>
              <a:spcBef>
                <a:spcPts val="0"/>
              </a:spcBef>
              <a:spcAft>
                <a:spcPts val="0"/>
              </a:spcAft>
              <a:buNone/>
            </a:pPr>
            <a:r>
              <a:t/>
            </a:r>
            <a:endParaRPr b="1">
              <a:solidFill>
                <a:schemeClr val="lt1"/>
              </a:solidFill>
              <a:latin typeface="Play"/>
              <a:ea typeface="Play"/>
              <a:cs typeface="Play"/>
              <a:sym typeface="Play"/>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256" name="Shape 256"/>
        <p:cNvGrpSpPr/>
        <p:nvPr/>
      </p:nvGrpSpPr>
      <p:grpSpPr>
        <a:xfrm>
          <a:off x="0" y="0"/>
          <a:ext cx="0" cy="0"/>
          <a:chOff x="0" y="0"/>
          <a:chExt cx="0" cy="0"/>
        </a:xfrm>
      </p:grpSpPr>
      <p:sp>
        <p:nvSpPr>
          <p:cNvPr id="257" name="Google Shape;257;p33"/>
          <p:cNvSpPr txBox="1"/>
          <p:nvPr>
            <p:ph idx="1" type="body"/>
          </p:nvPr>
        </p:nvSpPr>
        <p:spPr>
          <a:xfrm>
            <a:off x="1021775" y="1572925"/>
            <a:ext cx="7427700" cy="2964900"/>
          </a:xfrm>
          <a:prstGeom prst="rect">
            <a:avLst/>
          </a:prstGeom>
          <a:noFill/>
          <a:ln>
            <a:noFill/>
          </a:ln>
        </p:spPr>
        <p:txBody>
          <a:bodyPr anchorCtr="0" anchor="t" bIns="34275" lIns="68575" spcFirstLastPara="1" rIns="68575" wrap="square" tIns="34275">
            <a:noAutofit/>
          </a:bodyPr>
          <a:lstStyle/>
          <a:p>
            <a:pPr indent="-171450" lvl="0" marL="177800" rtl="0" algn="l">
              <a:lnSpc>
                <a:spcPct val="90000"/>
              </a:lnSpc>
              <a:spcBef>
                <a:spcPts val="0"/>
              </a:spcBef>
              <a:spcAft>
                <a:spcPts val="0"/>
              </a:spcAft>
              <a:buSzPts val="2100"/>
              <a:buChar char="•"/>
            </a:pPr>
            <a:r>
              <a:rPr lang="en"/>
              <a:t>“I’ve learned the PowerShell syntax, gone to the trainings, read the books. How do I use it to improve my work?”</a:t>
            </a:r>
            <a:br>
              <a:rPr lang="en"/>
            </a:br>
            <a:endParaRPr/>
          </a:p>
          <a:p>
            <a:pPr indent="-171450" lvl="0" marL="177800" rtl="0" algn="l">
              <a:lnSpc>
                <a:spcPct val="90000"/>
              </a:lnSpc>
              <a:spcBef>
                <a:spcPts val="0"/>
              </a:spcBef>
              <a:spcAft>
                <a:spcPts val="0"/>
              </a:spcAft>
              <a:buSzPts val="2100"/>
              <a:buChar char="•"/>
            </a:pPr>
            <a:r>
              <a:rPr lang="en"/>
              <a:t>“When do I use the command line versus a script versus a function versus a Module?”</a:t>
            </a:r>
            <a:endParaRPr/>
          </a:p>
        </p:txBody>
      </p:sp>
      <p:sp>
        <p:nvSpPr>
          <p:cNvPr id="258" name="Google Shape;258;p33"/>
          <p:cNvSpPr txBox="1"/>
          <p:nvPr>
            <p:ph type="title"/>
          </p:nvPr>
        </p:nvSpPr>
        <p:spPr>
          <a:xfrm>
            <a:off x="1677300" y="118575"/>
            <a:ext cx="5789400" cy="9942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None/>
            </a:pPr>
            <a:r>
              <a:rPr lang="en" sz="4700"/>
              <a:t>When do I…?</a:t>
            </a:r>
            <a:endParaRPr sz="47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262" name="Shape 262"/>
        <p:cNvGrpSpPr/>
        <p:nvPr/>
      </p:nvGrpSpPr>
      <p:grpSpPr>
        <a:xfrm>
          <a:off x="0" y="0"/>
          <a:ext cx="0" cy="0"/>
          <a:chOff x="0" y="0"/>
          <a:chExt cx="0" cy="0"/>
        </a:xfrm>
      </p:grpSpPr>
      <p:pic>
        <p:nvPicPr>
          <p:cNvPr id="263" name="Google Shape;263;p34" title="Toolmaking1.jpg"/>
          <p:cNvPicPr preferRelativeResize="0"/>
          <p:nvPr>
            <p:ph idx="2" type="pic"/>
          </p:nvPr>
        </p:nvPicPr>
        <p:blipFill>
          <a:blip r:embed="rId3">
            <a:alphaModFix/>
          </a:blip>
          <a:stretch>
            <a:fillRect/>
          </a:stretch>
        </p:blipFill>
        <p:spPr>
          <a:xfrm>
            <a:off x="1637385" y="628488"/>
            <a:ext cx="2586875" cy="3249850"/>
          </a:xfrm>
          <a:prstGeom prst="rect">
            <a:avLst/>
          </a:prstGeom>
        </p:spPr>
      </p:pic>
      <p:sp>
        <p:nvSpPr>
          <p:cNvPr id="264" name="Google Shape;264;p34"/>
          <p:cNvSpPr txBox="1"/>
          <p:nvPr/>
        </p:nvSpPr>
        <p:spPr>
          <a:xfrm>
            <a:off x="1149288" y="3957650"/>
            <a:ext cx="6845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4"/>
              </a:rPr>
              <a:t>https://www.manning.com/books/learn-powershell-toolmaking-in-a-month-of-lunches</a:t>
            </a:r>
            <a:endParaRPr/>
          </a:p>
          <a:p>
            <a:pPr indent="0" lvl="0" marL="0" rtl="0" algn="l">
              <a:spcBef>
                <a:spcPts val="0"/>
              </a:spcBef>
              <a:spcAft>
                <a:spcPts val="0"/>
              </a:spcAft>
              <a:buNone/>
            </a:pPr>
            <a:r>
              <a:rPr lang="en" u="sng">
                <a:solidFill>
                  <a:schemeClr val="hlink"/>
                </a:solidFill>
                <a:hlinkClick r:id="rId5"/>
              </a:rPr>
              <a:t>https://leanpub.com/powershell-scripting-toolmaking</a:t>
            </a:r>
            <a:r>
              <a:rPr lang="en"/>
              <a:t> </a:t>
            </a:r>
            <a:endParaRPr/>
          </a:p>
        </p:txBody>
      </p:sp>
      <p:pic>
        <p:nvPicPr>
          <p:cNvPr id="265" name="Google Shape;265;p34"/>
          <p:cNvPicPr preferRelativeResize="0"/>
          <p:nvPr/>
        </p:nvPicPr>
        <p:blipFill>
          <a:blip r:embed="rId6">
            <a:alphaModFix/>
          </a:blip>
          <a:stretch>
            <a:fillRect/>
          </a:stretch>
        </p:blipFill>
        <p:spPr>
          <a:xfrm>
            <a:off x="5047127" y="701588"/>
            <a:ext cx="2067975" cy="31036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269" name="Shape 269"/>
        <p:cNvGrpSpPr/>
        <p:nvPr/>
      </p:nvGrpSpPr>
      <p:grpSpPr>
        <a:xfrm>
          <a:off x="0" y="0"/>
          <a:ext cx="0" cy="0"/>
          <a:chOff x="0" y="0"/>
          <a:chExt cx="0" cy="0"/>
        </a:xfrm>
      </p:grpSpPr>
      <p:sp>
        <p:nvSpPr>
          <p:cNvPr id="270" name="Google Shape;270;p35"/>
          <p:cNvSpPr txBox="1"/>
          <p:nvPr>
            <p:ph idx="1" type="body"/>
          </p:nvPr>
        </p:nvSpPr>
        <p:spPr>
          <a:xfrm>
            <a:off x="1021775" y="1572925"/>
            <a:ext cx="7427700" cy="2964900"/>
          </a:xfrm>
          <a:prstGeom prst="rect">
            <a:avLst/>
          </a:prstGeom>
          <a:noFill/>
          <a:ln>
            <a:noFill/>
          </a:ln>
        </p:spPr>
        <p:txBody>
          <a:bodyPr anchorCtr="0" anchor="t" bIns="34275" lIns="68575" spcFirstLastPara="1" rIns="68575" wrap="square" tIns="34275">
            <a:noAutofit/>
          </a:bodyPr>
          <a:lstStyle/>
          <a:p>
            <a:pPr indent="0" lvl="0" marL="177800" rtl="0" algn="l">
              <a:lnSpc>
                <a:spcPct val="90000"/>
              </a:lnSpc>
              <a:spcBef>
                <a:spcPts val="0"/>
              </a:spcBef>
              <a:spcAft>
                <a:spcPts val="0"/>
              </a:spcAft>
              <a:buNone/>
            </a:pPr>
            <a:r>
              <a:rPr lang="en"/>
              <a:t>“We borrowed the term </a:t>
            </a:r>
            <a:r>
              <a:rPr i="1" lang="en"/>
              <a:t>toolmaking </a:t>
            </a:r>
            <a:r>
              <a:rPr lang="en"/>
              <a:t>from the tool and die industry… In that industry, there are machinists who produce a variety of different parts and products. To do so, they use tools – drill bits, dies and so forth– which are manufactured by tool and die makers. Both audiences– machinists and the tool and die makers–utilize many of the same skills and equipment, but they do so for different reasons.”</a:t>
            </a:r>
            <a:endParaRPr/>
          </a:p>
          <a:p>
            <a:pPr indent="0" lvl="0" marL="177800" rtl="0" algn="l">
              <a:lnSpc>
                <a:spcPct val="90000"/>
              </a:lnSpc>
              <a:spcBef>
                <a:spcPts val="0"/>
              </a:spcBef>
              <a:spcAft>
                <a:spcPts val="0"/>
              </a:spcAft>
              <a:buNone/>
            </a:pPr>
            <a:r>
              <a:t/>
            </a:r>
            <a:endParaRPr/>
          </a:p>
          <a:p>
            <a:pPr indent="0" lvl="0" marL="0" rtl="0" algn="l">
              <a:lnSpc>
                <a:spcPct val="90000"/>
              </a:lnSpc>
              <a:spcBef>
                <a:spcPts val="0"/>
              </a:spcBef>
              <a:spcAft>
                <a:spcPts val="0"/>
              </a:spcAft>
              <a:buNone/>
            </a:pPr>
            <a:r>
              <a:rPr lang="en"/>
              <a:t>- Learn PowerShell Toolmaking in a Month of Lunches</a:t>
            </a:r>
            <a:endParaRPr/>
          </a:p>
          <a:p>
            <a:pPr indent="0" lvl="0" marL="0" rtl="0" algn="l">
              <a:lnSpc>
                <a:spcPct val="90000"/>
              </a:lnSpc>
              <a:spcBef>
                <a:spcPts val="0"/>
              </a:spcBef>
              <a:spcAft>
                <a:spcPts val="0"/>
              </a:spcAft>
              <a:buNone/>
            </a:pPr>
            <a:r>
              <a:rPr lang="en"/>
              <a:t>	- Don Jones</a:t>
            </a:r>
            <a:endParaRPr/>
          </a:p>
          <a:p>
            <a:pPr indent="0" lvl="0" marL="0" rtl="0" algn="l">
              <a:lnSpc>
                <a:spcPct val="90000"/>
              </a:lnSpc>
              <a:spcBef>
                <a:spcPts val="0"/>
              </a:spcBef>
              <a:spcAft>
                <a:spcPts val="0"/>
              </a:spcAft>
              <a:buNone/>
            </a:pPr>
            <a:r>
              <a:rPr lang="en"/>
              <a:t>	- Jeffery D. Hicks</a:t>
            </a:r>
            <a:endParaRPr/>
          </a:p>
        </p:txBody>
      </p:sp>
      <p:sp>
        <p:nvSpPr>
          <p:cNvPr id="271" name="Google Shape;271;p35"/>
          <p:cNvSpPr txBox="1"/>
          <p:nvPr>
            <p:ph type="title"/>
          </p:nvPr>
        </p:nvSpPr>
        <p:spPr>
          <a:xfrm>
            <a:off x="1677300" y="118575"/>
            <a:ext cx="5789400" cy="9942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None/>
            </a:pPr>
            <a:r>
              <a:rPr lang="en" sz="4700"/>
              <a:t>What is Toolmaking</a:t>
            </a:r>
            <a:br>
              <a:rPr lang="en" sz="4700"/>
            </a:br>
            <a:r>
              <a:rPr lang="en" sz="4700"/>
              <a:t>In PowerShell</a:t>
            </a:r>
            <a:endParaRPr sz="47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275" name="Shape 275"/>
        <p:cNvGrpSpPr/>
        <p:nvPr/>
      </p:nvGrpSpPr>
      <p:grpSpPr>
        <a:xfrm>
          <a:off x="0" y="0"/>
          <a:ext cx="0" cy="0"/>
          <a:chOff x="0" y="0"/>
          <a:chExt cx="0" cy="0"/>
        </a:xfrm>
      </p:grpSpPr>
      <p:sp>
        <p:nvSpPr>
          <p:cNvPr id="276" name="Google Shape;276;p36"/>
          <p:cNvSpPr txBox="1"/>
          <p:nvPr>
            <p:ph idx="1" type="body"/>
          </p:nvPr>
        </p:nvSpPr>
        <p:spPr>
          <a:xfrm>
            <a:off x="1021775" y="1478550"/>
            <a:ext cx="7427700" cy="3090900"/>
          </a:xfrm>
          <a:prstGeom prst="rect">
            <a:avLst/>
          </a:prstGeom>
          <a:noFill/>
          <a:ln>
            <a:noFill/>
          </a:ln>
        </p:spPr>
        <p:txBody>
          <a:bodyPr anchorCtr="0" anchor="t" bIns="34275" lIns="68575" spcFirstLastPara="1" rIns="68575" wrap="square" tIns="34275">
            <a:noAutofit/>
          </a:bodyPr>
          <a:lstStyle/>
          <a:p>
            <a:pPr indent="-171450" lvl="0" marL="177800" rtl="0" algn="l">
              <a:lnSpc>
                <a:spcPct val="90000"/>
              </a:lnSpc>
              <a:spcBef>
                <a:spcPts val="0"/>
              </a:spcBef>
              <a:spcAft>
                <a:spcPts val="0"/>
              </a:spcAft>
              <a:buClr>
                <a:schemeClr val="dk1"/>
              </a:buClr>
              <a:buSzPts val="2100"/>
              <a:buChar char="•"/>
            </a:pPr>
            <a:r>
              <a:rPr lang="en"/>
              <a:t>Idea was based off of the tool and die industry</a:t>
            </a:r>
            <a:endParaRPr/>
          </a:p>
          <a:p>
            <a:pPr indent="-177800" lvl="1" marL="520700" rtl="0" algn="l">
              <a:lnSpc>
                <a:spcPct val="90000"/>
              </a:lnSpc>
              <a:spcBef>
                <a:spcPts val="0"/>
              </a:spcBef>
              <a:spcAft>
                <a:spcPts val="0"/>
              </a:spcAft>
              <a:buSzPts val="1800"/>
              <a:buChar char="•"/>
            </a:pPr>
            <a:r>
              <a:rPr lang="en"/>
              <a:t>Machinists - Produce Parts and Products</a:t>
            </a:r>
            <a:endParaRPr/>
          </a:p>
          <a:p>
            <a:pPr indent="-177800" lvl="1" marL="520700" rtl="0" algn="l">
              <a:lnSpc>
                <a:spcPct val="90000"/>
              </a:lnSpc>
              <a:spcBef>
                <a:spcPts val="0"/>
              </a:spcBef>
              <a:spcAft>
                <a:spcPts val="0"/>
              </a:spcAft>
              <a:buSzPts val="1800"/>
              <a:buChar char="•"/>
            </a:pPr>
            <a:r>
              <a:rPr lang="en"/>
              <a:t>Tool and Die Makers - Manufacture tools– drill bits, dies and other tools used by Machinists to produce products. A means to an end.</a:t>
            </a:r>
            <a:br>
              <a:rPr lang="en"/>
            </a:br>
            <a:endParaRPr/>
          </a:p>
          <a:p>
            <a:pPr indent="-171450" lvl="0" marL="177800" rtl="0" algn="l">
              <a:lnSpc>
                <a:spcPct val="90000"/>
              </a:lnSpc>
              <a:spcBef>
                <a:spcPts val="0"/>
              </a:spcBef>
              <a:spcAft>
                <a:spcPts val="0"/>
              </a:spcAft>
              <a:buSzPts val="2100"/>
              <a:buChar char="•"/>
            </a:pPr>
            <a:r>
              <a:rPr lang="en"/>
              <a:t>Most PowerShell users will be using “tools“ developed by others to produce an outcome (command line, combined in scripts, etc…)</a:t>
            </a:r>
            <a:br>
              <a:rPr lang="en"/>
            </a:br>
            <a:endParaRPr/>
          </a:p>
          <a:p>
            <a:pPr indent="-171450" lvl="0" marL="177800" rtl="0" algn="l">
              <a:lnSpc>
                <a:spcPct val="90000"/>
              </a:lnSpc>
              <a:spcBef>
                <a:spcPts val="0"/>
              </a:spcBef>
              <a:spcAft>
                <a:spcPts val="0"/>
              </a:spcAft>
              <a:buSzPts val="2100"/>
              <a:buChar char="•"/>
            </a:pPr>
            <a:r>
              <a:rPr lang="en"/>
              <a:t>Toolmakers goal create reusable, redistributable tools that can be used to </a:t>
            </a:r>
            <a:r>
              <a:rPr lang="en"/>
              <a:t>complete tasks</a:t>
            </a:r>
            <a:endParaRPr/>
          </a:p>
        </p:txBody>
      </p:sp>
      <p:sp>
        <p:nvSpPr>
          <p:cNvPr id="277" name="Google Shape;277;p36"/>
          <p:cNvSpPr txBox="1"/>
          <p:nvPr>
            <p:ph type="title"/>
          </p:nvPr>
        </p:nvSpPr>
        <p:spPr>
          <a:xfrm>
            <a:off x="1677300" y="118575"/>
            <a:ext cx="5789400" cy="13599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None/>
            </a:pPr>
            <a:r>
              <a:rPr lang="en" sz="4700"/>
              <a:t>What is Toolmaking</a:t>
            </a:r>
            <a:br>
              <a:rPr lang="en" sz="4700"/>
            </a:br>
            <a:r>
              <a:rPr lang="en" sz="4700"/>
              <a:t>In PowerShell</a:t>
            </a:r>
            <a:endParaRPr sz="47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281" name="Shape 281"/>
        <p:cNvGrpSpPr/>
        <p:nvPr/>
      </p:nvGrpSpPr>
      <p:grpSpPr>
        <a:xfrm>
          <a:off x="0" y="0"/>
          <a:ext cx="0" cy="0"/>
          <a:chOff x="0" y="0"/>
          <a:chExt cx="0" cy="0"/>
        </a:xfrm>
      </p:grpSpPr>
      <p:pic>
        <p:nvPicPr>
          <p:cNvPr id="282" name="Google Shape;282;p37" title="IMG_0666.PNG"/>
          <p:cNvPicPr preferRelativeResize="0"/>
          <p:nvPr/>
        </p:nvPicPr>
        <p:blipFill>
          <a:blip r:embed="rId3">
            <a:alphaModFix/>
          </a:blip>
          <a:stretch>
            <a:fillRect/>
          </a:stretch>
        </p:blipFill>
        <p:spPr>
          <a:xfrm>
            <a:off x="1158975" y="796613"/>
            <a:ext cx="6826051" cy="3723300"/>
          </a:xfrm>
          <a:prstGeom prst="rect">
            <a:avLst/>
          </a:prstGeom>
          <a:noFill/>
          <a:ln>
            <a:noFill/>
          </a:ln>
        </p:spPr>
      </p:pic>
      <p:sp>
        <p:nvSpPr>
          <p:cNvPr id="283" name="Google Shape;283;p37"/>
          <p:cNvSpPr/>
          <p:nvPr/>
        </p:nvSpPr>
        <p:spPr>
          <a:xfrm>
            <a:off x="1077450" y="1801025"/>
            <a:ext cx="1274100" cy="1164000"/>
          </a:xfrm>
          <a:prstGeom prst="downArrow">
            <a:avLst>
              <a:gd fmla="val 50000" name="adj1"/>
              <a:gd fmla="val 50000" name="adj2"/>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User</a:t>
            </a:r>
            <a:br>
              <a:rPr lang="en"/>
            </a:br>
            <a:r>
              <a:rPr lang="en"/>
              <a:t>Input</a:t>
            </a:r>
            <a:endParaRPr/>
          </a:p>
        </p:txBody>
      </p:sp>
      <p:sp>
        <p:nvSpPr>
          <p:cNvPr id="284" name="Google Shape;284;p37"/>
          <p:cNvSpPr/>
          <p:nvPr/>
        </p:nvSpPr>
        <p:spPr>
          <a:xfrm>
            <a:off x="5819875" y="1494425"/>
            <a:ext cx="1069500" cy="1470600"/>
          </a:xfrm>
          <a:prstGeom prst="downArrowCallout">
            <a:avLst>
              <a:gd fmla="val 25000" name="adj1"/>
              <a:gd fmla="val 25000" name="adj2"/>
              <a:gd fmla="val 25000" name="adj3"/>
              <a:gd fmla="val 64977" name="adj4"/>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Output</a:t>
            </a:r>
            <a:endParaRPr/>
          </a:p>
        </p:txBody>
      </p:sp>
      <p:sp>
        <p:nvSpPr>
          <p:cNvPr id="285" name="Google Shape;285;p37"/>
          <p:cNvSpPr/>
          <p:nvPr/>
        </p:nvSpPr>
        <p:spPr>
          <a:xfrm>
            <a:off x="3444725" y="2618950"/>
            <a:ext cx="825900" cy="849300"/>
          </a:xfrm>
          <a:prstGeom prst="upArrowCallout">
            <a:avLst>
              <a:gd fmla="val 25000" name="adj1"/>
              <a:gd fmla="val 25000" name="adj2"/>
              <a:gd fmla="val 25000" name="adj3"/>
              <a:gd fmla="val 64977" name="adj4"/>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Pipeline</a:t>
            </a:r>
            <a:endParaRPr/>
          </a:p>
        </p:txBody>
      </p:sp>
      <p:sp>
        <p:nvSpPr>
          <p:cNvPr id="286" name="Google Shape;286;p37"/>
          <p:cNvSpPr/>
          <p:nvPr/>
        </p:nvSpPr>
        <p:spPr>
          <a:xfrm>
            <a:off x="3252125" y="1454975"/>
            <a:ext cx="1211100" cy="550500"/>
          </a:xfrm>
          <a:prstGeom prst="leftRightArrow">
            <a:avLst>
              <a:gd fmla="val 50000" name="adj1"/>
              <a:gd fmla="val 50000" name="adj2"/>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Tools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2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290" name="Shape 290"/>
        <p:cNvGrpSpPr/>
        <p:nvPr/>
      </p:nvGrpSpPr>
      <p:grpSpPr>
        <a:xfrm>
          <a:off x="0" y="0"/>
          <a:ext cx="0" cy="0"/>
          <a:chOff x="0" y="0"/>
          <a:chExt cx="0" cy="0"/>
        </a:xfrm>
      </p:grpSpPr>
      <p:pic>
        <p:nvPicPr>
          <p:cNvPr id="291" name="Google Shape;291;p38" title="background-carpentry-equipment.png"/>
          <p:cNvPicPr preferRelativeResize="0"/>
          <p:nvPr/>
        </p:nvPicPr>
        <p:blipFill>
          <a:blip r:embed="rId3">
            <a:alphaModFix/>
          </a:blip>
          <a:stretch>
            <a:fillRect/>
          </a:stretch>
        </p:blipFill>
        <p:spPr>
          <a:xfrm>
            <a:off x="2752288" y="844850"/>
            <a:ext cx="3639425" cy="3639425"/>
          </a:xfrm>
          <a:prstGeom prst="rect">
            <a:avLst/>
          </a:prstGeom>
          <a:noFill/>
          <a:ln>
            <a:noFill/>
          </a:ln>
        </p:spPr>
      </p:pic>
      <p:sp>
        <p:nvSpPr>
          <p:cNvPr id="292" name="Google Shape;292;p38"/>
          <p:cNvSpPr txBox="1"/>
          <p:nvPr>
            <p:ph type="title"/>
          </p:nvPr>
        </p:nvSpPr>
        <p:spPr>
          <a:xfrm>
            <a:off x="1677300" y="118575"/>
            <a:ext cx="5789400" cy="9942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None/>
            </a:pPr>
            <a:r>
              <a:rPr lang="en" sz="4700"/>
              <a:t>The Toolbox</a:t>
            </a:r>
            <a:endParaRPr sz="47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296" name="Shape 296"/>
        <p:cNvGrpSpPr/>
        <p:nvPr/>
      </p:nvGrpSpPr>
      <p:grpSpPr>
        <a:xfrm>
          <a:off x="0" y="0"/>
          <a:ext cx="0" cy="0"/>
          <a:chOff x="0" y="0"/>
          <a:chExt cx="0" cy="0"/>
        </a:xfrm>
      </p:grpSpPr>
      <p:sp>
        <p:nvSpPr>
          <p:cNvPr id="297" name="Google Shape;297;p39"/>
          <p:cNvSpPr txBox="1"/>
          <p:nvPr>
            <p:ph type="title"/>
          </p:nvPr>
        </p:nvSpPr>
        <p:spPr>
          <a:xfrm>
            <a:off x="1677300" y="118575"/>
            <a:ext cx="5789400" cy="9942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None/>
            </a:pPr>
            <a:r>
              <a:rPr lang="en" sz="4700"/>
              <a:t>The Toolbox</a:t>
            </a:r>
            <a:endParaRPr sz="4700"/>
          </a:p>
        </p:txBody>
      </p:sp>
      <p:pic>
        <p:nvPicPr>
          <p:cNvPr id="298" name="Google Shape;298;p39" title="Gemini_Generated_Image_xoievgxoievgxoie.png"/>
          <p:cNvPicPr preferRelativeResize="0"/>
          <p:nvPr/>
        </p:nvPicPr>
        <p:blipFill>
          <a:blip r:embed="rId3">
            <a:alphaModFix/>
          </a:blip>
          <a:stretch>
            <a:fillRect/>
          </a:stretch>
        </p:blipFill>
        <p:spPr>
          <a:xfrm>
            <a:off x="1350738" y="937100"/>
            <a:ext cx="6442527" cy="35138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302" name="Shape 302"/>
        <p:cNvGrpSpPr/>
        <p:nvPr/>
      </p:nvGrpSpPr>
      <p:grpSpPr>
        <a:xfrm>
          <a:off x="0" y="0"/>
          <a:ext cx="0" cy="0"/>
          <a:chOff x="0" y="0"/>
          <a:chExt cx="0" cy="0"/>
        </a:xfrm>
      </p:grpSpPr>
      <p:sp>
        <p:nvSpPr>
          <p:cNvPr id="303" name="Google Shape;303;p40"/>
          <p:cNvSpPr txBox="1"/>
          <p:nvPr>
            <p:ph idx="1" type="body"/>
          </p:nvPr>
        </p:nvSpPr>
        <p:spPr>
          <a:xfrm>
            <a:off x="1021775" y="1494154"/>
            <a:ext cx="7427700" cy="2996700"/>
          </a:xfrm>
          <a:prstGeom prst="rect">
            <a:avLst/>
          </a:prstGeom>
        </p:spPr>
        <p:txBody>
          <a:bodyPr anchorCtr="0" anchor="t" bIns="34275" lIns="68575" spcFirstLastPara="1" rIns="68575" wrap="square" tIns="34275">
            <a:noAutofit/>
          </a:bodyPr>
          <a:lstStyle/>
          <a:p>
            <a:pPr indent="-361950" lvl="0" marL="457200" rtl="0" algn="l">
              <a:spcBef>
                <a:spcPts val="800"/>
              </a:spcBef>
              <a:spcAft>
                <a:spcPts val="0"/>
              </a:spcAft>
              <a:buSzPts val="2100"/>
              <a:buChar char="-"/>
            </a:pPr>
            <a:r>
              <a:rPr lang="en"/>
              <a:t>Who will be using your tool(s)</a:t>
            </a:r>
            <a:endParaRPr/>
          </a:p>
          <a:p>
            <a:pPr indent="-342900" lvl="1" marL="914400" rtl="0" algn="l">
              <a:spcBef>
                <a:spcPts val="0"/>
              </a:spcBef>
              <a:spcAft>
                <a:spcPts val="0"/>
              </a:spcAft>
              <a:buSzPts val="1800"/>
              <a:buChar char="-"/>
            </a:pPr>
            <a:r>
              <a:rPr lang="en"/>
              <a:t>Technical ability</a:t>
            </a:r>
            <a:endParaRPr/>
          </a:p>
          <a:p>
            <a:pPr indent="-342900" lvl="1" marL="914400" rtl="0" algn="l">
              <a:spcBef>
                <a:spcPts val="0"/>
              </a:spcBef>
              <a:spcAft>
                <a:spcPts val="0"/>
              </a:spcAft>
              <a:buSzPts val="1800"/>
              <a:buChar char="-"/>
            </a:pPr>
            <a:r>
              <a:rPr lang="en"/>
              <a:t>PowerShell knowledge/experience</a:t>
            </a:r>
            <a:endParaRPr/>
          </a:p>
          <a:p>
            <a:pPr indent="-361950" lvl="0" marL="457200" rtl="0" algn="l">
              <a:spcBef>
                <a:spcPts val="0"/>
              </a:spcBef>
              <a:spcAft>
                <a:spcPts val="0"/>
              </a:spcAft>
              <a:buSzPts val="2100"/>
              <a:buChar char="-"/>
            </a:pPr>
            <a:r>
              <a:rPr lang="en"/>
              <a:t>Different tools for different user types</a:t>
            </a:r>
            <a:endParaRPr/>
          </a:p>
          <a:p>
            <a:pPr indent="-342900" lvl="1" marL="914400" rtl="0" algn="l">
              <a:spcBef>
                <a:spcPts val="0"/>
              </a:spcBef>
              <a:spcAft>
                <a:spcPts val="0"/>
              </a:spcAft>
              <a:buSzPts val="1800"/>
              <a:buChar char="-"/>
            </a:pPr>
            <a:r>
              <a:rPr lang="en"/>
              <a:t>How to </a:t>
            </a:r>
            <a:r>
              <a:rPr lang="en"/>
              <a:t>accommodate</a:t>
            </a:r>
            <a:r>
              <a:rPr lang="en"/>
              <a:t> for different user types</a:t>
            </a:r>
            <a:endParaRPr/>
          </a:p>
        </p:txBody>
      </p:sp>
      <p:sp>
        <p:nvSpPr>
          <p:cNvPr id="304" name="Google Shape;304;p40"/>
          <p:cNvSpPr txBox="1"/>
          <p:nvPr>
            <p:ph type="title"/>
          </p:nvPr>
        </p:nvSpPr>
        <p:spPr>
          <a:xfrm>
            <a:off x="1681925" y="118568"/>
            <a:ext cx="6107400" cy="9942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None/>
            </a:pPr>
            <a:r>
              <a:rPr lang="en" sz="4200"/>
              <a:t>Understand Your Audience</a:t>
            </a:r>
            <a:endParaRPr sz="4200"/>
          </a:p>
        </p:txBody>
      </p:sp>
      <p:pic>
        <p:nvPicPr>
          <p:cNvPr id="305" name="Google Shape;305;p40" title="IMG_0667.PNG"/>
          <p:cNvPicPr preferRelativeResize="0"/>
          <p:nvPr/>
        </p:nvPicPr>
        <p:blipFill rotWithShape="1">
          <a:blip r:embed="rId3">
            <a:alphaModFix/>
          </a:blip>
          <a:srcRect b="4905" l="11364" r="-706" t="14025"/>
          <a:stretch/>
        </p:blipFill>
        <p:spPr>
          <a:xfrm>
            <a:off x="2572175" y="2954691"/>
            <a:ext cx="3877199" cy="19191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309" name="Shape 309"/>
        <p:cNvGrpSpPr/>
        <p:nvPr/>
      </p:nvGrpSpPr>
      <p:grpSpPr>
        <a:xfrm>
          <a:off x="0" y="0"/>
          <a:ext cx="0" cy="0"/>
          <a:chOff x="0" y="0"/>
          <a:chExt cx="0" cy="0"/>
        </a:xfrm>
      </p:grpSpPr>
      <p:sp>
        <p:nvSpPr>
          <p:cNvPr id="310" name="Google Shape;310;p41"/>
          <p:cNvSpPr txBox="1"/>
          <p:nvPr>
            <p:ph idx="1" type="body"/>
          </p:nvPr>
        </p:nvSpPr>
        <p:spPr>
          <a:xfrm>
            <a:off x="1021775" y="1494154"/>
            <a:ext cx="7427700" cy="2996700"/>
          </a:xfrm>
          <a:prstGeom prst="rect">
            <a:avLst/>
          </a:prstGeom>
        </p:spPr>
        <p:txBody>
          <a:bodyPr anchorCtr="0" anchor="t" bIns="34275" lIns="68575" spcFirstLastPara="1" rIns="68575" wrap="square" tIns="34275">
            <a:noAutofit/>
          </a:bodyPr>
          <a:lstStyle/>
          <a:p>
            <a:pPr indent="-361950" lvl="0" marL="457200" rtl="0" algn="l">
              <a:spcBef>
                <a:spcPts val="800"/>
              </a:spcBef>
              <a:spcAft>
                <a:spcPts val="0"/>
              </a:spcAft>
              <a:buSzPts val="2100"/>
              <a:buChar char="-"/>
            </a:pPr>
            <a:r>
              <a:rPr lang="en"/>
              <a:t>Hypothesis for Success</a:t>
            </a:r>
            <a:br>
              <a:rPr lang="en"/>
            </a:br>
            <a:endParaRPr/>
          </a:p>
          <a:p>
            <a:pPr indent="-361950" lvl="0" marL="457200" rtl="0" algn="l">
              <a:spcBef>
                <a:spcPts val="0"/>
              </a:spcBef>
              <a:spcAft>
                <a:spcPts val="0"/>
              </a:spcAft>
              <a:buSzPts val="2100"/>
              <a:buChar char="-"/>
            </a:pPr>
            <a:r>
              <a:rPr lang="en"/>
              <a:t>Command Line</a:t>
            </a:r>
            <a:br>
              <a:rPr lang="en"/>
            </a:br>
            <a:endParaRPr/>
          </a:p>
          <a:p>
            <a:pPr indent="-361950" lvl="0" marL="457200" rtl="0" algn="l">
              <a:spcBef>
                <a:spcPts val="0"/>
              </a:spcBef>
              <a:spcAft>
                <a:spcPts val="0"/>
              </a:spcAft>
              <a:buSzPts val="2100"/>
              <a:buChar char="-"/>
            </a:pPr>
            <a:r>
              <a:rPr lang="en"/>
              <a:t>Scripts</a:t>
            </a:r>
            <a:br>
              <a:rPr lang="en"/>
            </a:br>
            <a:endParaRPr/>
          </a:p>
          <a:p>
            <a:pPr indent="-361950" lvl="0" marL="457200" rtl="0" algn="l">
              <a:spcBef>
                <a:spcPts val="0"/>
              </a:spcBef>
              <a:spcAft>
                <a:spcPts val="0"/>
              </a:spcAft>
              <a:buSzPts val="2100"/>
              <a:buChar char="-"/>
            </a:pPr>
            <a:r>
              <a:rPr lang="en"/>
              <a:t>Functions</a:t>
            </a:r>
            <a:br>
              <a:rPr lang="en"/>
            </a:br>
            <a:endParaRPr/>
          </a:p>
          <a:p>
            <a:pPr indent="-361950" lvl="0" marL="457200" rtl="0" algn="l">
              <a:spcBef>
                <a:spcPts val="0"/>
              </a:spcBef>
              <a:spcAft>
                <a:spcPts val="0"/>
              </a:spcAft>
              <a:buSzPts val="2100"/>
              <a:buChar char="-"/>
            </a:pPr>
            <a:r>
              <a:rPr lang="en"/>
              <a:t>Modules</a:t>
            </a:r>
            <a:endParaRPr/>
          </a:p>
        </p:txBody>
      </p:sp>
      <p:sp>
        <p:nvSpPr>
          <p:cNvPr id="311" name="Google Shape;311;p41"/>
          <p:cNvSpPr txBox="1"/>
          <p:nvPr>
            <p:ph type="title"/>
          </p:nvPr>
        </p:nvSpPr>
        <p:spPr>
          <a:xfrm>
            <a:off x="1681925" y="118576"/>
            <a:ext cx="6107400" cy="11634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None/>
            </a:pPr>
            <a:r>
              <a:rPr lang="en" sz="4400"/>
              <a:t>The Toolmaking Journey</a:t>
            </a:r>
            <a:endParaRPr sz="44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315" name="Shape 315"/>
        <p:cNvGrpSpPr/>
        <p:nvPr/>
      </p:nvGrpSpPr>
      <p:grpSpPr>
        <a:xfrm>
          <a:off x="0" y="0"/>
          <a:ext cx="0" cy="0"/>
          <a:chOff x="0" y="0"/>
          <a:chExt cx="0" cy="0"/>
        </a:xfrm>
      </p:grpSpPr>
      <p:sp>
        <p:nvSpPr>
          <p:cNvPr id="316" name="Google Shape;316;p42"/>
          <p:cNvSpPr txBox="1"/>
          <p:nvPr>
            <p:ph idx="1" type="body"/>
          </p:nvPr>
        </p:nvSpPr>
        <p:spPr>
          <a:xfrm>
            <a:off x="1021775" y="1494154"/>
            <a:ext cx="7427700" cy="2996700"/>
          </a:xfrm>
          <a:prstGeom prst="rect">
            <a:avLst/>
          </a:prstGeom>
        </p:spPr>
        <p:txBody>
          <a:bodyPr anchorCtr="0" anchor="t" bIns="34275" lIns="68575" spcFirstLastPara="1" rIns="68575" wrap="square" tIns="34275">
            <a:noAutofit/>
          </a:bodyPr>
          <a:lstStyle/>
          <a:p>
            <a:pPr indent="-361950" lvl="0" marL="457200" rtl="0" algn="l">
              <a:spcBef>
                <a:spcPts val="800"/>
              </a:spcBef>
              <a:spcAft>
                <a:spcPts val="0"/>
              </a:spcAft>
              <a:buSzPts val="2100"/>
              <a:buChar char="-"/>
            </a:pPr>
            <a:r>
              <a:rPr lang="en"/>
              <a:t>Find the commands/tools for what you’re trying to do</a:t>
            </a:r>
            <a:endParaRPr/>
          </a:p>
          <a:p>
            <a:pPr indent="-342900" lvl="1" marL="914400" rtl="0" algn="l">
              <a:spcBef>
                <a:spcPts val="0"/>
              </a:spcBef>
              <a:spcAft>
                <a:spcPts val="0"/>
              </a:spcAft>
              <a:buSzPts val="1800"/>
              <a:buChar char="-"/>
            </a:pPr>
            <a:r>
              <a:rPr lang="en"/>
              <a:t>Ex. Get-ADUser, New-ADUser, Set-ADUser</a:t>
            </a:r>
            <a:br>
              <a:rPr lang="en"/>
            </a:br>
            <a:endParaRPr/>
          </a:p>
          <a:p>
            <a:pPr indent="-361950" lvl="0" marL="457200" rtl="0" algn="l">
              <a:spcBef>
                <a:spcPts val="0"/>
              </a:spcBef>
              <a:spcAft>
                <a:spcPts val="0"/>
              </a:spcAft>
              <a:buSzPts val="2100"/>
              <a:buChar char="-"/>
            </a:pPr>
            <a:r>
              <a:rPr lang="en"/>
              <a:t>Understand their usage</a:t>
            </a:r>
            <a:endParaRPr/>
          </a:p>
          <a:p>
            <a:pPr indent="-342900" lvl="1" marL="914400" rtl="0" algn="l">
              <a:spcBef>
                <a:spcPts val="0"/>
              </a:spcBef>
              <a:spcAft>
                <a:spcPts val="0"/>
              </a:spcAft>
              <a:buSzPts val="1800"/>
              <a:buChar char="-"/>
            </a:pPr>
            <a:r>
              <a:rPr lang="en"/>
              <a:t>What are the parameters</a:t>
            </a:r>
            <a:endParaRPr/>
          </a:p>
          <a:p>
            <a:pPr indent="-342900" lvl="1" marL="914400" rtl="0" algn="l">
              <a:spcBef>
                <a:spcPts val="0"/>
              </a:spcBef>
              <a:spcAft>
                <a:spcPts val="0"/>
              </a:spcAft>
              <a:buSzPts val="1800"/>
              <a:buChar char="-"/>
            </a:pPr>
            <a:r>
              <a:rPr lang="en"/>
              <a:t>How do they interact on the pipeline</a:t>
            </a:r>
            <a:endParaRPr/>
          </a:p>
          <a:p>
            <a:pPr indent="-342900" lvl="1" marL="914400" rtl="0" algn="l">
              <a:spcBef>
                <a:spcPts val="0"/>
              </a:spcBef>
              <a:spcAft>
                <a:spcPts val="0"/>
              </a:spcAft>
              <a:buSzPts val="1800"/>
              <a:buChar char="-"/>
            </a:pPr>
            <a:r>
              <a:rPr lang="en"/>
              <a:t>What can go wrong</a:t>
            </a:r>
            <a:endParaRPr/>
          </a:p>
          <a:p>
            <a:pPr indent="-323850" lvl="2" marL="1371600" rtl="0" algn="l">
              <a:spcBef>
                <a:spcPts val="0"/>
              </a:spcBef>
              <a:spcAft>
                <a:spcPts val="0"/>
              </a:spcAft>
              <a:buSzPts val="1500"/>
              <a:buChar char="-"/>
            </a:pPr>
            <a:r>
              <a:rPr lang="en"/>
              <a:t>Easier to troubleshoot from the command line</a:t>
            </a:r>
            <a:br>
              <a:rPr lang="en"/>
            </a:br>
            <a:endParaRPr/>
          </a:p>
          <a:p>
            <a:pPr indent="-361950" lvl="0" marL="457200" rtl="0" algn="l">
              <a:spcBef>
                <a:spcPts val="0"/>
              </a:spcBef>
              <a:spcAft>
                <a:spcPts val="0"/>
              </a:spcAft>
              <a:buSzPts val="2100"/>
              <a:buChar char="-"/>
            </a:pPr>
            <a:r>
              <a:rPr lang="en"/>
              <a:t>What other commands can you use to interact with data</a:t>
            </a:r>
            <a:endParaRPr/>
          </a:p>
          <a:p>
            <a:pPr indent="-342900" lvl="1" marL="914400" rtl="0" algn="l">
              <a:spcBef>
                <a:spcPts val="0"/>
              </a:spcBef>
              <a:spcAft>
                <a:spcPts val="0"/>
              </a:spcAft>
              <a:buSzPts val="1800"/>
              <a:buChar char="-"/>
            </a:pPr>
            <a:r>
              <a:rPr lang="en"/>
              <a:t>ConvertTo-CSV, ConvertFrom-JSON, etc…</a:t>
            </a:r>
            <a:endParaRPr/>
          </a:p>
        </p:txBody>
      </p:sp>
      <p:sp>
        <p:nvSpPr>
          <p:cNvPr id="317" name="Google Shape;317;p42"/>
          <p:cNvSpPr txBox="1"/>
          <p:nvPr>
            <p:ph type="title"/>
          </p:nvPr>
        </p:nvSpPr>
        <p:spPr>
          <a:xfrm>
            <a:off x="1681925" y="118576"/>
            <a:ext cx="6107400" cy="11634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None/>
            </a:pPr>
            <a:r>
              <a:rPr lang="en" sz="4400"/>
              <a:t>Starting at the Command Line</a:t>
            </a:r>
            <a:endParaRPr sz="44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321" name="Shape 321"/>
        <p:cNvGrpSpPr/>
        <p:nvPr/>
      </p:nvGrpSpPr>
      <p:grpSpPr>
        <a:xfrm>
          <a:off x="0" y="0"/>
          <a:ext cx="0" cy="0"/>
          <a:chOff x="0" y="0"/>
          <a:chExt cx="0" cy="0"/>
        </a:xfrm>
      </p:grpSpPr>
      <p:sp>
        <p:nvSpPr>
          <p:cNvPr id="322" name="Google Shape;322;p43"/>
          <p:cNvSpPr txBox="1"/>
          <p:nvPr>
            <p:ph type="title"/>
          </p:nvPr>
        </p:nvSpPr>
        <p:spPr>
          <a:xfrm>
            <a:off x="1518300" y="1927451"/>
            <a:ext cx="6107400" cy="11634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None/>
            </a:pPr>
            <a:r>
              <a:rPr lang="en" sz="7500"/>
              <a:t>Demo</a:t>
            </a:r>
            <a:endParaRPr sz="75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326" name="Shape 326"/>
        <p:cNvGrpSpPr/>
        <p:nvPr/>
      </p:nvGrpSpPr>
      <p:grpSpPr>
        <a:xfrm>
          <a:off x="0" y="0"/>
          <a:ext cx="0" cy="0"/>
          <a:chOff x="0" y="0"/>
          <a:chExt cx="0" cy="0"/>
        </a:xfrm>
      </p:grpSpPr>
      <p:sp>
        <p:nvSpPr>
          <p:cNvPr id="327" name="Google Shape;327;p44"/>
          <p:cNvSpPr txBox="1"/>
          <p:nvPr>
            <p:ph idx="1" type="body"/>
          </p:nvPr>
        </p:nvSpPr>
        <p:spPr>
          <a:xfrm>
            <a:off x="1021775" y="1494154"/>
            <a:ext cx="7427700" cy="2996700"/>
          </a:xfrm>
          <a:prstGeom prst="rect">
            <a:avLst/>
          </a:prstGeom>
        </p:spPr>
        <p:txBody>
          <a:bodyPr anchorCtr="0" anchor="t" bIns="36575" lIns="91425" spcFirstLastPara="1" rIns="91425" wrap="square" tIns="91425">
            <a:noAutofit/>
          </a:bodyPr>
          <a:lstStyle/>
          <a:p>
            <a:pPr indent="-361950" lvl="0" marL="457200" rtl="0" algn="l">
              <a:spcBef>
                <a:spcPts val="800"/>
              </a:spcBef>
              <a:spcAft>
                <a:spcPts val="0"/>
              </a:spcAft>
              <a:buSzPts val="2100"/>
              <a:buChar char="-"/>
            </a:pPr>
            <a:r>
              <a:rPr lang="en"/>
              <a:t>Great for repeatability</a:t>
            </a:r>
            <a:endParaRPr/>
          </a:p>
          <a:p>
            <a:pPr indent="-361950" lvl="0" marL="457200" rtl="0" algn="l">
              <a:spcBef>
                <a:spcPts val="0"/>
              </a:spcBef>
              <a:spcAft>
                <a:spcPts val="0"/>
              </a:spcAft>
              <a:buSzPts val="2100"/>
              <a:buChar char="-"/>
            </a:pPr>
            <a:r>
              <a:rPr lang="en"/>
              <a:t>OK for redistribution</a:t>
            </a:r>
            <a:endParaRPr/>
          </a:p>
          <a:p>
            <a:pPr indent="-361950" lvl="0" marL="457200" rtl="0" algn="l">
              <a:spcBef>
                <a:spcPts val="0"/>
              </a:spcBef>
              <a:spcAft>
                <a:spcPts val="0"/>
              </a:spcAft>
              <a:buSzPts val="2100"/>
              <a:buChar char="-"/>
            </a:pPr>
            <a:r>
              <a:rPr lang="en"/>
              <a:t>Can be Parameterized for flexibility</a:t>
            </a:r>
            <a:endParaRPr/>
          </a:p>
          <a:p>
            <a:pPr indent="-361950" lvl="0" marL="457200" rtl="0" algn="l">
              <a:spcBef>
                <a:spcPts val="0"/>
              </a:spcBef>
              <a:spcAft>
                <a:spcPts val="0"/>
              </a:spcAft>
              <a:buSzPts val="2100"/>
              <a:buChar char="-"/>
            </a:pPr>
            <a:r>
              <a:rPr lang="en"/>
              <a:t>Specify Parameter types for consistency</a:t>
            </a:r>
            <a:endParaRPr/>
          </a:p>
          <a:p>
            <a:pPr indent="-361950" lvl="0" marL="457200" rtl="0" algn="l">
              <a:spcBef>
                <a:spcPts val="0"/>
              </a:spcBef>
              <a:spcAft>
                <a:spcPts val="0"/>
              </a:spcAft>
              <a:buSzPts val="2100"/>
              <a:buChar char="-"/>
            </a:pPr>
            <a:r>
              <a:rPr lang="en"/>
              <a:t>Parameter Validation!!!!</a:t>
            </a:r>
            <a:endParaRPr/>
          </a:p>
          <a:p>
            <a:pPr indent="-361950" lvl="0" marL="457200" rtl="0" algn="l">
              <a:spcBef>
                <a:spcPts val="0"/>
              </a:spcBef>
              <a:spcAft>
                <a:spcPts val="0"/>
              </a:spcAft>
              <a:buSzPts val="2100"/>
              <a:buChar char="-"/>
            </a:pPr>
            <a:r>
              <a:rPr lang="en"/>
              <a:t>Comments, Comments, Comments</a:t>
            </a:r>
            <a:endParaRPr/>
          </a:p>
        </p:txBody>
      </p:sp>
      <p:sp>
        <p:nvSpPr>
          <p:cNvPr id="328" name="Google Shape;328;p44"/>
          <p:cNvSpPr txBox="1"/>
          <p:nvPr>
            <p:ph type="title"/>
          </p:nvPr>
        </p:nvSpPr>
        <p:spPr>
          <a:xfrm>
            <a:off x="1695000" y="126425"/>
            <a:ext cx="5754000" cy="11634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None/>
            </a:pPr>
            <a:r>
              <a:rPr lang="en" sz="4400"/>
              <a:t>Put your commands in a .ps1 file</a:t>
            </a:r>
            <a:endParaRPr sz="44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332" name="Shape 332"/>
        <p:cNvGrpSpPr/>
        <p:nvPr/>
      </p:nvGrpSpPr>
      <p:grpSpPr>
        <a:xfrm>
          <a:off x="0" y="0"/>
          <a:ext cx="0" cy="0"/>
          <a:chOff x="0" y="0"/>
          <a:chExt cx="0" cy="0"/>
        </a:xfrm>
      </p:grpSpPr>
      <p:sp>
        <p:nvSpPr>
          <p:cNvPr id="333" name="Google Shape;333;p45"/>
          <p:cNvSpPr txBox="1"/>
          <p:nvPr>
            <p:ph type="title"/>
          </p:nvPr>
        </p:nvSpPr>
        <p:spPr>
          <a:xfrm>
            <a:off x="1518300" y="1927451"/>
            <a:ext cx="6107400" cy="11634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None/>
            </a:pPr>
            <a:r>
              <a:rPr lang="en" sz="7500"/>
              <a:t>Demo</a:t>
            </a:r>
            <a:endParaRPr sz="75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337" name="Shape 337"/>
        <p:cNvGrpSpPr/>
        <p:nvPr/>
      </p:nvGrpSpPr>
      <p:grpSpPr>
        <a:xfrm>
          <a:off x="0" y="0"/>
          <a:ext cx="0" cy="0"/>
          <a:chOff x="0" y="0"/>
          <a:chExt cx="0" cy="0"/>
        </a:xfrm>
      </p:grpSpPr>
      <p:sp>
        <p:nvSpPr>
          <p:cNvPr id="338" name="Google Shape;338;p46"/>
          <p:cNvSpPr txBox="1"/>
          <p:nvPr>
            <p:ph idx="1" type="body"/>
          </p:nvPr>
        </p:nvSpPr>
        <p:spPr>
          <a:xfrm>
            <a:off x="1021775" y="1494154"/>
            <a:ext cx="7427700" cy="2996700"/>
          </a:xfrm>
          <a:prstGeom prst="rect">
            <a:avLst/>
          </a:prstGeom>
        </p:spPr>
        <p:txBody>
          <a:bodyPr anchorCtr="0" anchor="t" bIns="34275" lIns="68575" spcFirstLastPara="1" rIns="68575" wrap="square" tIns="34275">
            <a:noAutofit/>
          </a:bodyPr>
          <a:lstStyle/>
          <a:p>
            <a:pPr indent="-361950" lvl="0" marL="457200" rtl="0" algn="l">
              <a:spcBef>
                <a:spcPts val="800"/>
              </a:spcBef>
              <a:spcAft>
                <a:spcPts val="0"/>
              </a:spcAft>
              <a:buSzPts val="2100"/>
              <a:buChar char="-"/>
            </a:pPr>
            <a:r>
              <a:rPr lang="en"/>
              <a:t>Paramaterized, reusable code within your script</a:t>
            </a:r>
            <a:endParaRPr/>
          </a:p>
          <a:p>
            <a:pPr indent="-342900" lvl="1" marL="914400" rtl="0" algn="l">
              <a:spcBef>
                <a:spcPts val="0"/>
              </a:spcBef>
              <a:spcAft>
                <a:spcPts val="0"/>
              </a:spcAft>
              <a:buSzPts val="1800"/>
              <a:buChar char="-"/>
            </a:pPr>
            <a:r>
              <a:rPr lang="en"/>
              <a:t>Avoid duplicating code</a:t>
            </a:r>
            <a:endParaRPr/>
          </a:p>
          <a:p>
            <a:pPr indent="-342900" lvl="1" marL="914400" rtl="0" algn="l">
              <a:spcBef>
                <a:spcPts val="0"/>
              </a:spcBef>
              <a:spcAft>
                <a:spcPts val="0"/>
              </a:spcAft>
              <a:buSzPts val="1800"/>
              <a:buChar char="-"/>
            </a:pPr>
            <a:r>
              <a:rPr lang="en"/>
              <a:t>Improve Readabilty</a:t>
            </a:r>
            <a:endParaRPr/>
          </a:p>
          <a:p>
            <a:pPr indent="-361950" lvl="0" marL="457200" rtl="0" algn="l">
              <a:spcBef>
                <a:spcPts val="0"/>
              </a:spcBef>
              <a:spcAft>
                <a:spcPts val="0"/>
              </a:spcAft>
              <a:buSzPts val="2100"/>
              <a:buChar char="-"/>
            </a:pPr>
            <a:r>
              <a:rPr lang="en"/>
              <a:t>Compared to scripts, multiple functions don’t need </a:t>
            </a:r>
            <a:r>
              <a:rPr lang="en"/>
              <a:t>separate</a:t>
            </a:r>
            <a:r>
              <a:rPr lang="en"/>
              <a:t> files. Can be bundled into a single file</a:t>
            </a:r>
            <a:endParaRPr/>
          </a:p>
          <a:p>
            <a:pPr indent="-361950" lvl="0" marL="457200" rtl="0" algn="l">
              <a:spcBef>
                <a:spcPts val="0"/>
              </a:spcBef>
              <a:spcAft>
                <a:spcPts val="0"/>
              </a:spcAft>
              <a:buSzPts val="2100"/>
              <a:buChar char="-"/>
            </a:pPr>
            <a:r>
              <a:rPr lang="en"/>
              <a:t>Comments, Comments, Comments</a:t>
            </a:r>
            <a:endParaRPr/>
          </a:p>
        </p:txBody>
      </p:sp>
      <p:sp>
        <p:nvSpPr>
          <p:cNvPr id="339" name="Google Shape;339;p46"/>
          <p:cNvSpPr txBox="1"/>
          <p:nvPr>
            <p:ph type="title"/>
          </p:nvPr>
        </p:nvSpPr>
        <p:spPr>
          <a:xfrm>
            <a:off x="1681925" y="118575"/>
            <a:ext cx="5671500" cy="11634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None/>
            </a:pPr>
            <a:r>
              <a:rPr lang="en" sz="4200"/>
              <a:t>Putting your commands in functions</a:t>
            </a:r>
            <a:endParaRPr sz="42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343" name="Shape 343"/>
        <p:cNvGrpSpPr/>
        <p:nvPr/>
      </p:nvGrpSpPr>
      <p:grpSpPr>
        <a:xfrm>
          <a:off x="0" y="0"/>
          <a:ext cx="0" cy="0"/>
          <a:chOff x="0" y="0"/>
          <a:chExt cx="0" cy="0"/>
        </a:xfrm>
      </p:grpSpPr>
      <p:sp>
        <p:nvSpPr>
          <p:cNvPr id="344" name="Google Shape;344;p47"/>
          <p:cNvSpPr txBox="1"/>
          <p:nvPr>
            <p:ph type="title"/>
          </p:nvPr>
        </p:nvSpPr>
        <p:spPr>
          <a:xfrm>
            <a:off x="1518300" y="1927451"/>
            <a:ext cx="6107400" cy="11634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None/>
            </a:pPr>
            <a:r>
              <a:rPr lang="en" sz="7500"/>
              <a:t>Demo</a:t>
            </a:r>
            <a:endParaRPr sz="75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348" name="Shape 348"/>
        <p:cNvGrpSpPr/>
        <p:nvPr/>
      </p:nvGrpSpPr>
      <p:grpSpPr>
        <a:xfrm>
          <a:off x="0" y="0"/>
          <a:ext cx="0" cy="0"/>
          <a:chOff x="0" y="0"/>
          <a:chExt cx="0" cy="0"/>
        </a:xfrm>
      </p:grpSpPr>
      <p:sp>
        <p:nvSpPr>
          <p:cNvPr id="349" name="Google Shape;349;p48"/>
          <p:cNvSpPr txBox="1"/>
          <p:nvPr>
            <p:ph idx="1" type="body"/>
          </p:nvPr>
        </p:nvSpPr>
        <p:spPr>
          <a:xfrm>
            <a:off x="1021775" y="1171669"/>
            <a:ext cx="7427700" cy="2996700"/>
          </a:xfrm>
          <a:prstGeom prst="rect">
            <a:avLst/>
          </a:prstGeom>
        </p:spPr>
        <p:txBody>
          <a:bodyPr anchorCtr="0" anchor="t" bIns="34275" lIns="68575" spcFirstLastPara="1" rIns="68575" wrap="square" tIns="34275">
            <a:noAutofit/>
          </a:bodyPr>
          <a:lstStyle/>
          <a:p>
            <a:pPr indent="-361950" lvl="0" marL="457200" rtl="0" algn="l">
              <a:spcBef>
                <a:spcPts val="800"/>
              </a:spcBef>
              <a:spcAft>
                <a:spcPts val="0"/>
              </a:spcAft>
              <a:buSzPts val="2100"/>
              <a:buChar char="-"/>
            </a:pPr>
            <a:r>
              <a:rPr lang="en"/>
              <a:t>Don’t be scared</a:t>
            </a:r>
            <a:endParaRPr/>
          </a:p>
          <a:p>
            <a:pPr indent="-342900" lvl="1" marL="914400" rtl="0" algn="l">
              <a:spcBef>
                <a:spcPts val="0"/>
              </a:spcBef>
              <a:spcAft>
                <a:spcPts val="0"/>
              </a:spcAft>
              <a:buSzPts val="1800"/>
              <a:buChar char="-"/>
            </a:pPr>
            <a:r>
              <a:rPr lang="en"/>
              <a:t>Learn the structure of a PowerShell Module</a:t>
            </a:r>
            <a:endParaRPr/>
          </a:p>
          <a:p>
            <a:pPr indent="-342900" lvl="1" marL="914400" rtl="0" algn="l">
              <a:spcBef>
                <a:spcPts val="0"/>
              </a:spcBef>
              <a:spcAft>
                <a:spcPts val="0"/>
              </a:spcAft>
              <a:buSzPts val="1800"/>
              <a:buChar char="-"/>
            </a:pPr>
            <a:r>
              <a:rPr lang="en"/>
              <a:t>The rest is just the same as the last couple slides</a:t>
            </a:r>
            <a:endParaRPr/>
          </a:p>
          <a:p>
            <a:pPr indent="-361950" lvl="0" marL="457200" rtl="0" algn="l">
              <a:spcBef>
                <a:spcPts val="0"/>
              </a:spcBef>
              <a:spcAft>
                <a:spcPts val="0"/>
              </a:spcAft>
              <a:buSzPts val="2100"/>
              <a:buChar char="-"/>
            </a:pPr>
            <a:r>
              <a:rPr b="1" lang="en"/>
              <a:t>Use [CmdletBinding()]</a:t>
            </a:r>
            <a:endParaRPr b="1"/>
          </a:p>
          <a:p>
            <a:pPr indent="-361950" lvl="0" marL="457200" rtl="0" algn="l">
              <a:spcBef>
                <a:spcPts val="0"/>
              </a:spcBef>
              <a:spcAft>
                <a:spcPts val="0"/>
              </a:spcAft>
              <a:buSzPts val="2100"/>
              <a:buChar char="-"/>
            </a:pPr>
            <a:r>
              <a:rPr lang="en"/>
              <a:t>Functions can be structured into folders containing multiple .ps1 files</a:t>
            </a:r>
            <a:endParaRPr/>
          </a:p>
          <a:p>
            <a:pPr indent="-342900" lvl="1" marL="914400" rtl="0" algn="l">
              <a:spcBef>
                <a:spcPts val="0"/>
              </a:spcBef>
              <a:spcAft>
                <a:spcPts val="0"/>
              </a:spcAft>
              <a:buSzPts val="1800"/>
              <a:buChar char="-"/>
            </a:pPr>
            <a:r>
              <a:rPr lang="en"/>
              <a:t>Ex. Public and Private functions</a:t>
            </a:r>
            <a:endParaRPr/>
          </a:p>
          <a:p>
            <a:pPr indent="-361950" lvl="0" marL="457200" rtl="0" algn="l">
              <a:spcBef>
                <a:spcPts val="0"/>
              </a:spcBef>
              <a:spcAft>
                <a:spcPts val="0"/>
              </a:spcAft>
              <a:buSzPts val="2100"/>
              <a:buChar char="-"/>
            </a:pPr>
            <a:r>
              <a:rPr lang="en"/>
              <a:t>Help documentation</a:t>
            </a:r>
            <a:endParaRPr/>
          </a:p>
          <a:p>
            <a:pPr indent="-361950" lvl="0" marL="457200" rtl="0" algn="l">
              <a:spcBef>
                <a:spcPts val="0"/>
              </a:spcBef>
              <a:spcAft>
                <a:spcPts val="0"/>
              </a:spcAft>
              <a:buSzPts val="2100"/>
              <a:buChar char="-"/>
            </a:pPr>
            <a:r>
              <a:rPr lang="en"/>
              <a:t>Distribution is easy</a:t>
            </a:r>
            <a:endParaRPr/>
          </a:p>
          <a:p>
            <a:pPr indent="-342900" lvl="1" marL="914400" rtl="0" algn="l">
              <a:spcBef>
                <a:spcPts val="0"/>
              </a:spcBef>
              <a:spcAft>
                <a:spcPts val="0"/>
              </a:spcAft>
              <a:buSzPts val="1800"/>
              <a:buChar char="-"/>
            </a:pPr>
            <a:r>
              <a:rPr lang="en"/>
              <a:t>PowerShell Gallery</a:t>
            </a:r>
            <a:endParaRPr/>
          </a:p>
          <a:p>
            <a:pPr indent="-342900" lvl="1" marL="914400" rtl="0" algn="l">
              <a:spcBef>
                <a:spcPts val="0"/>
              </a:spcBef>
              <a:spcAft>
                <a:spcPts val="0"/>
              </a:spcAft>
              <a:buSzPts val="1800"/>
              <a:buChar char="-"/>
            </a:pPr>
            <a:r>
              <a:rPr lang="en"/>
              <a:t>Private Gallery</a:t>
            </a:r>
            <a:endParaRPr/>
          </a:p>
          <a:p>
            <a:pPr indent="-361950" lvl="0" marL="457200" rtl="0" algn="l">
              <a:spcBef>
                <a:spcPts val="0"/>
              </a:spcBef>
              <a:spcAft>
                <a:spcPts val="0"/>
              </a:spcAft>
              <a:buSzPts val="2100"/>
              <a:buChar char="-"/>
            </a:pPr>
            <a:r>
              <a:rPr lang="en"/>
              <a:t>Comments, Comments, Comments</a:t>
            </a:r>
            <a:endParaRPr/>
          </a:p>
        </p:txBody>
      </p:sp>
      <p:sp>
        <p:nvSpPr>
          <p:cNvPr id="350" name="Google Shape;350;p48"/>
          <p:cNvSpPr txBox="1"/>
          <p:nvPr>
            <p:ph type="title"/>
          </p:nvPr>
        </p:nvSpPr>
        <p:spPr>
          <a:xfrm>
            <a:off x="1681925" y="118575"/>
            <a:ext cx="5671500" cy="11634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None/>
            </a:pPr>
            <a:r>
              <a:rPr lang="en" sz="4200"/>
              <a:t>PowerShell Modules</a:t>
            </a:r>
            <a:endParaRPr sz="42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354" name="Shape 354"/>
        <p:cNvGrpSpPr/>
        <p:nvPr/>
      </p:nvGrpSpPr>
      <p:grpSpPr>
        <a:xfrm>
          <a:off x="0" y="0"/>
          <a:ext cx="0" cy="0"/>
          <a:chOff x="0" y="0"/>
          <a:chExt cx="0" cy="0"/>
        </a:xfrm>
      </p:grpSpPr>
      <p:sp>
        <p:nvSpPr>
          <p:cNvPr id="355" name="Google Shape;355;p49"/>
          <p:cNvSpPr txBox="1"/>
          <p:nvPr>
            <p:ph type="title"/>
          </p:nvPr>
        </p:nvSpPr>
        <p:spPr>
          <a:xfrm>
            <a:off x="1518300" y="1927451"/>
            <a:ext cx="6107400" cy="11634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None/>
            </a:pPr>
            <a:r>
              <a:rPr lang="en" sz="7500"/>
              <a:t>Demo</a:t>
            </a:r>
            <a:endParaRPr sz="75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359" name="Shape 359"/>
        <p:cNvGrpSpPr/>
        <p:nvPr/>
      </p:nvGrpSpPr>
      <p:grpSpPr>
        <a:xfrm>
          <a:off x="0" y="0"/>
          <a:ext cx="0" cy="0"/>
          <a:chOff x="0" y="0"/>
          <a:chExt cx="0" cy="0"/>
        </a:xfrm>
      </p:grpSpPr>
      <p:sp>
        <p:nvSpPr>
          <p:cNvPr id="360" name="Google Shape;360;p50"/>
          <p:cNvSpPr txBox="1"/>
          <p:nvPr>
            <p:ph idx="1" type="body"/>
          </p:nvPr>
        </p:nvSpPr>
        <p:spPr>
          <a:xfrm>
            <a:off x="1021775" y="1494154"/>
            <a:ext cx="7427700" cy="2996700"/>
          </a:xfrm>
          <a:prstGeom prst="rect">
            <a:avLst/>
          </a:prstGeom>
        </p:spPr>
        <p:txBody>
          <a:bodyPr anchorCtr="0" anchor="t" bIns="34275" lIns="68575" spcFirstLastPara="1" rIns="68575" wrap="square" tIns="34275">
            <a:noAutofit/>
          </a:bodyPr>
          <a:lstStyle/>
          <a:p>
            <a:pPr indent="-361950" lvl="0" marL="457200" rtl="0" algn="l">
              <a:spcBef>
                <a:spcPts val="800"/>
              </a:spcBef>
              <a:spcAft>
                <a:spcPts val="0"/>
              </a:spcAft>
              <a:buSzPts val="2100"/>
              <a:buChar char="-"/>
            </a:pPr>
            <a:r>
              <a:rPr lang="en"/>
              <a:t>The basic operations of </a:t>
            </a:r>
            <a:r>
              <a:rPr lang="en"/>
              <a:t>persistent</a:t>
            </a:r>
            <a:r>
              <a:rPr lang="en"/>
              <a:t> storage</a:t>
            </a:r>
            <a:endParaRPr/>
          </a:p>
          <a:p>
            <a:pPr indent="-342900" lvl="1" marL="914400" rtl="0" algn="l">
              <a:spcBef>
                <a:spcPts val="0"/>
              </a:spcBef>
              <a:spcAft>
                <a:spcPts val="0"/>
              </a:spcAft>
              <a:buSzPts val="1800"/>
              <a:buChar char="-"/>
            </a:pPr>
            <a:r>
              <a:rPr lang="en"/>
              <a:t>Create - New-ADUser</a:t>
            </a:r>
            <a:endParaRPr/>
          </a:p>
          <a:p>
            <a:pPr indent="-342900" lvl="1" marL="914400" rtl="0" algn="l">
              <a:spcBef>
                <a:spcPts val="0"/>
              </a:spcBef>
              <a:spcAft>
                <a:spcPts val="0"/>
              </a:spcAft>
              <a:buSzPts val="1800"/>
              <a:buChar char="-"/>
            </a:pPr>
            <a:r>
              <a:rPr lang="en"/>
              <a:t>Read - Get-ADUser</a:t>
            </a:r>
            <a:endParaRPr/>
          </a:p>
          <a:p>
            <a:pPr indent="-342900" lvl="1" marL="914400" rtl="0" algn="l">
              <a:spcBef>
                <a:spcPts val="0"/>
              </a:spcBef>
              <a:spcAft>
                <a:spcPts val="0"/>
              </a:spcAft>
              <a:buSzPts val="1800"/>
              <a:buChar char="-"/>
            </a:pPr>
            <a:r>
              <a:rPr lang="en"/>
              <a:t>Update - Set-ADUser</a:t>
            </a:r>
            <a:endParaRPr/>
          </a:p>
          <a:p>
            <a:pPr indent="-342900" lvl="1" marL="914400" rtl="0" algn="l">
              <a:spcBef>
                <a:spcPts val="0"/>
              </a:spcBef>
              <a:spcAft>
                <a:spcPts val="0"/>
              </a:spcAft>
              <a:buSzPts val="1800"/>
              <a:buChar char="-"/>
            </a:pPr>
            <a:r>
              <a:rPr lang="en"/>
              <a:t>Delete - Remove-ADUser</a:t>
            </a:r>
            <a:endParaRPr/>
          </a:p>
        </p:txBody>
      </p:sp>
      <p:sp>
        <p:nvSpPr>
          <p:cNvPr id="361" name="Google Shape;361;p50"/>
          <p:cNvSpPr txBox="1"/>
          <p:nvPr>
            <p:ph type="title"/>
          </p:nvPr>
        </p:nvSpPr>
        <p:spPr>
          <a:xfrm>
            <a:off x="1681925" y="118575"/>
            <a:ext cx="5671500" cy="11634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None/>
            </a:pPr>
            <a:r>
              <a:rPr lang="en" sz="4200"/>
              <a:t>C.R.U.D</a:t>
            </a:r>
            <a:endParaRPr sz="42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365" name="Shape 365"/>
        <p:cNvGrpSpPr/>
        <p:nvPr/>
      </p:nvGrpSpPr>
      <p:grpSpPr>
        <a:xfrm>
          <a:off x="0" y="0"/>
          <a:ext cx="0" cy="0"/>
          <a:chOff x="0" y="0"/>
          <a:chExt cx="0" cy="0"/>
        </a:xfrm>
      </p:grpSpPr>
      <p:sp>
        <p:nvSpPr>
          <p:cNvPr id="366" name="Google Shape;366;p51"/>
          <p:cNvSpPr txBox="1"/>
          <p:nvPr>
            <p:ph idx="1" type="body"/>
          </p:nvPr>
        </p:nvSpPr>
        <p:spPr>
          <a:xfrm>
            <a:off x="2594100" y="1281975"/>
            <a:ext cx="1977900" cy="405600"/>
          </a:xfrm>
          <a:prstGeom prst="rect">
            <a:avLst/>
          </a:prstGeom>
        </p:spPr>
        <p:txBody>
          <a:bodyPr anchorCtr="0" anchor="t" bIns="34275" lIns="68575" spcFirstLastPara="1" rIns="68575" wrap="square" tIns="34275">
            <a:noAutofit/>
          </a:bodyPr>
          <a:lstStyle/>
          <a:p>
            <a:pPr indent="-361950" lvl="0" marL="457200" rtl="0" algn="l">
              <a:spcBef>
                <a:spcPts val="800"/>
              </a:spcBef>
              <a:spcAft>
                <a:spcPts val="0"/>
              </a:spcAft>
              <a:buSzPts val="2100"/>
              <a:buChar char="-"/>
            </a:pPr>
            <a:r>
              <a:rPr lang="en"/>
              <a:t>Basic Text</a:t>
            </a:r>
            <a:endParaRPr/>
          </a:p>
        </p:txBody>
      </p:sp>
      <p:sp>
        <p:nvSpPr>
          <p:cNvPr id="367" name="Google Shape;367;p51"/>
          <p:cNvSpPr txBox="1"/>
          <p:nvPr>
            <p:ph type="title"/>
          </p:nvPr>
        </p:nvSpPr>
        <p:spPr>
          <a:xfrm>
            <a:off x="1681925" y="118575"/>
            <a:ext cx="5671500" cy="11634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None/>
            </a:pPr>
            <a:r>
              <a:rPr lang="en" sz="4200"/>
              <a:t>Outputs</a:t>
            </a:r>
            <a:endParaRPr sz="4200"/>
          </a:p>
        </p:txBody>
      </p:sp>
      <p:pic>
        <p:nvPicPr>
          <p:cNvPr id="368" name="Google Shape;368;p51"/>
          <p:cNvPicPr preferRelativeResize="0"/>
          <p:nvPr/>
        </p:nvPicPr>
        <p:blipFill>
          <a:blip r:embed="rId3">
            <a:alphaModFix/>
          </a:blip>
          <a:stretch>
            <a:fillRect/>
          </a:stretch>
        </p:blipFill>
        <p:spPr>
          <a:xfrm>
            <a:off x="5177877" y="977200"/>
            <a:ext cx="1363450" cy="1114575"/>
          </a:xfrm>
          <a:prstGeom prst="rect">
            <a:avLst/>
          </a:prstGeom>
          <a:noFill/>
          <a:ln>
            <a:noFill/>
          </a:ln>
        </p:spPr>
      </p:pic>
      <p:sp>
        <p:nvSpPr>
          <p:cNvPr id="369" name="Google Shape;369;p51"/>
          <p:cNvSpPr txBox="1"/>
          <p:nvPr>
            <p:ph idx="1" type="body"/>
          </p:nvPr>
        </p:nvSpPr>
        <p:spPr>
          <a:xfrm>
            <a:off x="2594100" y="2238944"/>
            <a:ext cx="1977900" cy="405600"/>
          </a:xfrm>
          <a:prstGeom prst="rect">
            <a:avLst/>
          </a:prstGeom>
        </p:spPr>
        <p:txBody>
          <a:bodyPr anchorCtr="0" anchor="t" bIns="34275" lIns="68575" spcFirstLastPara="1" rIns="68575" wrap="square" tIns="34275">
            <a:noAutofit/>
          </a:bodyPr>
          <a:lstStyle/>
          <a:p>
            <a:pPr indent="-361950" lvl="0" marL="457200" rtl="0" algn="l">
              <a:spcBef>
                <a:spcPts val="800"/>
              </a:spcBef>
              <a:spcAft>
                <a:spcPts val="0"/>
              </a:spcAft>
              <a:buSzPts val="2100"/>
              <a:buChar char="-"/>
            </a:pPr>
            <a:r>
              <a:rPr lang="en"/>
              <a:t>JSON</a:t>
            </a:r>
            <a:endParaRPr/>
          </a:p>
        </p:txBody>
      </p:sp>
      <p:sp>
        <p:nvSpPr>
          <p:cNvPr id="370" name="Google Shape;370;p51"/>
          <p:cNvSpPr txBox="1"/>
          <p:nvPr>
            <p:ph idx="1" type="body"/>
          </p:nvPr>
        </p:nvSpPr>
        <p:spPr>
          <a:xfrm>
            <a:off x="2594100" y="2705455"/>
            <a:ext cx="1977900" cy="405600"/>
          </a:xfrm>
          <a:prstGeom prst="rect">
            <a:avLst/>
          </a:prstGeom>
        </p:spPr>
        <p:txBody>
          <a:bodyPr anchorCtr="0" anchor="t" bIns="34275" lIns="68575" spcFirstLastPara="1" rIns="68575" wrap="square" tIns="34275">
            <a:noAutofit/>
          </a:bodyPr>
          <a:lstStyle/>
          <a:p>
            <a:pPr indent="-361950" lvl="0" marL="457200" rtl="0" algn="l">
              <a:spcBef>
                <a:spcPts val="800"/>
              </a:spcBef>
              <a:spcAft>
                <a:spcPts val="0"/>
              </a:spcAft>
              <a:buSzPts val="2100"/>
              <a:buChar char="-"/>
            </a:pPr>
            <a:r>
              <a:rPr lang="en"/>
              <a:t>Hash Table</a:t>
            </a:r>
            <a:endParaRPr/>
          </a:p>
        </p:txBody>
      </p:sp>
      <p:pic>
        <p:nvPicPr>
          <p:cNvPr id="371" name="Google Shape;371;p51"/>
          <p:cNvPicPr preferRelativeResize="0"/>
          <p:nvPr/>
        </p:nvPicPr>
        <p:blipFill>
          <a:blip r:embed="rId4">
            <a:alphaModFix/>
          </a:blip>
          <a:stretch>
            <a:fillRect/>
          </a:stretch>
        </p:blipFill>
        <p:spPr>
          <a:xfrm>
            <a:off x="5158789" y="2091772"/>
            <a:ext cx="1401627" cy="1163400"/>
          </a:xfrm>
          <a:prstGeom prst="rect">
            <a:avLst/>
          </a:prstGeom>
          <a:noFill/>
          <a:ln>
            <a:noFill/>
          </a:ln>
        </p:spPr>
      </p:pic>
      <p:sp>
        <p:nvSpPr>
          <p:cNvPr id="372" name="Google Shape;372;p51"/>
          <p:cNvSpPr txBox="1"/>
          <p:nvPr>
            <p:ph idx="1" type="body"/>
          </p:nvPr>
        </p:nvSpPr>
        <p:spPr>
          <a:xfrm>
            <a:off x="2594100" y="3629673"/>
            <a:ext cx="1977900" cy="405600"/>
          </a:xfrm>
          <a:prstGeom prst="rect">
            <a:avLst/>
          </a:prstGeom>
        </p:spPr>
        <p:txBody>
          <a:bodyPr anchorCtr="0" anchor="t" bIns="34275" lIns="68575" spcFirstLastPara="1" rIns="68575" wrap="square" tIns="34275">
            <a:noAutofit/>
          </a:bodyPr>
          <a:lstStyle/>
          <a:p>
            <a:pPr indent="-361950" lvl="0" marL="457200" rtl="0" algn="l">
              <a:spcBef>
                <a:spcPts val="800"/>
              </a:spcBef>
              <a:spcAft>
                <a:spcPts val="0"/>
              </a:spcAft>
              <a:buSzPts val="2100"/>
              <a:buChar char="-"/>
            </a:pPr>
            <a:r>
              <a:rPr lang="en"/>
              <a:t>PSObjects</a:t>
            </a:r>
            <a:endParaRPr/>
          </a:p>
        </p:txBody>
      </p:sp>
      <p:pic>
        <p:nvPicPr>
          <p:cNvPr id="373" name="Google Shape;373;p51"/>
          <p:cNvPicPr preferRelativeResize="0"/>
          <p:nvPr/>
        </p:nvPicPr>
        <p:blipFill rotWithShape="1">
          <a:blip r:embed="rId5">
            <a:alphaModFix/>
          </a:blip>
          <a:srcRect b="16569" l="0" r="0" t="0"/>
          <a:stretch/>
        </p:blipFill>
        <p:spPr>
          <a:xfrm flipH="1">
            <a:off x="5109775" y="3309675"/>
            <a:ext cx="1499650" cy="12459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377" name="Shape 377"/>
        <p:cNvGrpSpPr/>
        <p:nvPr/>
      </p:nvGrpSpPr>
      <p:grpSpPr>
        <a:xfrm>
          <a:off x="0" y="0"/>
          <a:ext cx="0" cy="0"/>
          <a:chOff x="0" y="0"/>
          <a:chExt cx="0" cy="0"/>
        </a:xfrm>
      </p:grpSpPr>
      <p:sp>
        <p:nvSpPr>
          <p:cNvPr id="378" name="Google Shape;378;p52"/>
          <p:cNvSpPr txBox="1"/>
          <p:nvPr>
            <p:ph idx="1" type="body"/>
          </p:nvPr>
        </p:nvSpPr>
        <p:spPr>
          <a:xfrm>
            <a:off x="1021775" y="1494154"/>
            <a:ext cx="7427700" cy="2996700"/>
          </a:xfrm>
          <a:prstGeom prst="rect">
            <a:avLst/>
          </a:prstGeom>
        </p:spPr>
        <p:txBody>
          <a:bodyPr anchorCtr="0" anchor="t" bIns="34275" lIns="68575" spcFirstLastPara="1" rIns="68575" wrap="square" tIns="34275">
            <a:noAutofit/>
          </a:bodyPr>
          <a:lstStyle/>
          <a:p>
            <a:pPr indent="-361950" lvl="0" marL="457200" rtl="0" algn="l">
              <a:spcBef>
                <a:spcPts val="800"/>
              </a:spcBef>
              <a:spcAft>
                <a:spcPts val="0"/>
              </a:spcAft>
              <a:buSzPts val="2100"/>
              <a:buChar char="-"/>
            </a:pPr>
            <a:r>
              <a:rPr lang="en"/>
              <a:t>How does your tool handle Terminating and Non-Terminating errors</a:t>
            </a:r>
            <a:endParaRPr/>
          </a:p>
          <a:p>
            <a:pPr indent="-361950" lvl="0" marL="457200" rtl="0" algn="l">
              <a:spcBef>
                <a:spcPts val="0"/>
              </a:spcBef>
              <a:spcAft>
                <a:spcPts val="0"/>
              </a:spcAft>
              <a:buSzPts val="2100"/>
              <a:buChar char="-"/>
            </a:pPr>
            <a:r>
              <a:rPr lang="en"/>
              <a:t>Use Try/Catch</a:t>
            </a:r>
            <a:endParaRPr/>
          </a:p>
          <a:p>
            <a:pPr indent="-361950" lvl="0" marL="457200" rtl="0" algn="l">
              <a:spcBef>
                <a:spcPts val="0"/>
              </a:spcBef>
              <a:spcAft>
                <a:spcPts val="0"/>
              </a:spcAft>
              <a:buSzPts val="2100"/>
              <a:buChar char="-"/>
            </a:pPr>
            <a:r>
              <a:rPr lang="en"/>
              <a:t>Surfacing meaningful error messages</a:t>
            </a:r>
            <a:endParaRPr/>
          </a:p>
        </p:txBody>
      </p:sp>
      <p:sp>
        <p:nvSpPr>
          <p:cNvPr id="379" name="Google Shape;379;p52"/>
          <p:cNvSpPr txBox="1"/>
          <p:nvPr>
            <p:ph type="title"/>
          </p:nvPr>
        </p:nvSpPr>
        <p:spPr>
          <a:xfrm>
            <a:off x="1681925" y="118575"/>
            <a:ext cx="5671500" cy="11634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None/>
            </a:pPr>
            <a:r>
              <a:rPr lang="en" sz="4200"/>
              <a:t>Error Handling</a:t>
            </a:r>
            <a:endParaRPr sz="42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383" name="Shape 383"/>
        <p:cNvGrpSpPr/>
        <p:nvPr/>
      </p:nvGrpSpPr>
      <p:grpSpPr>
        <a:xfrm>
          <a:off x="0" y="0"/>
          <a:ext cx="0" cy="0"/>
          <a:chOff x="0" y="0"/>
          <a:chExt cx="0" cy="0"/>
        </a:xfrm>
      </p:grpSpPr>
      <p:sp>
        <p:nvSpPr>
          <p:cNvPr id="384" name="Google Shape;384;p53"/>
          <p:cNvSpPr txBox="1"/>
          <p:nvPr>
            <p:ph idx="1" type="body"/>
          </p:nvPr>
        </p:nvSpPr>
        <p:spPr>
          <a:xfrm>
            <a:off x="1021775" y="1494154"/>
            <a:ext cx="7427700" cy="2996700"/>
          </a:xfrm>
          <a:prstGeom prst="rect">
            <a:avLst/>
          </a:prstGeom>
        </p:spPr>
        <p:txBody>
          <a:bodyPr anchorCtr="0" anchor="t" bIns="34275" lIns="68575" spcFirstLastPara="1" rIns="68575" wrap="square" tIns="34275">
            <a:noAutofit/>
          </a:bodyPr>
          <a:lstStyle/>
          <a:p>
            <a:pPr indent="-361950" lvl="0" marL="457200" rtl="0" algn="l">
              <a:spcBef>
                <a:spcPts val="800"/>
              </a:spcBef>
              <a:spcAft>
                <a:spcPts val="0"/>
              </a:spcAft>
              <a:buSzPts val="2100"/>
              <a:buChar char="-"/>
            </a:pPr>
            <a:r>
              <a:rPr lang="en"/>
              <a:t>Hypothesis for Success</a:t>
            </a:r>
            <a:br>
              <a:rPr lang="en"/>
            </a:br>
            <a:endParaRPr/>
          </a:p>
          <a:p>
            <a:pPr indent="-361950" lvl="0" marL="457200" rtl="0" algn="l">
              <a:spcBef>
                <a:spcPts val="0"/>
              </a:spcBef>
              <a:spcAft>
                <a:spcPts val="0"/>
              </a:spcAft>
              <a:buSzPts val="2100"/>
              <a:buChar char="-"/>
            </a:pPr>
            <a:r>
              <a:rPr lang="en"/>
              <a:t>Command Line</a:t>
            </a:r>
            <a:br>
              <a:rPr lang="en"/>
            </a:br>
            <a:endParaRPr/>
          </a:p>
          <a:p>
            <a:pPr indent="-361950" lvl="0" marL="457200" rtl="0" algn="l">
              <a:spcBef>
                <a:spcPts val="0"/>
              </a:spcBef>
              <a:spcAft>
                <a:spcPts val="0"/>
              </a:spcAft>
              <a:buSzPts val="2100"/>
              <a:buChar char="-"/>
            </a:pPr>
            <a:r>
              <a:rPr lang="en"/>
              <a:t>Scripts</a:t>
            </a:r>
            <a:br>
              <a:rPr lang="en"/>
            </a:br>
            <a:endParaRPr/>
          </a:p>
          <a:p>
            <a:pPr indent="-361950" lvl="0" marL="457200" rtl="0" algn="l">
              <a:spcBef>
                <a:spcPts val="0"/>
              </a:spcBef>
              <a:spcAft>
                <a:spcPts val="0"/>
              </a:spcAft>
              <a:buSzPts val="2100"/>
              <a:buChar char="-"/>
            </a:pPr>
            <a:r>
              <a:rPr lang="en"/>
              <a:t>Functions</a:t>
            </a:r>
            <a:br>
              <a:rPr lang="en"/>
            </a:br>
            <a:endParaRPr/>
          </a:p>
          <a:p>
            <a:pPr indent="-361950" lvl="0" marL="457200" rtl="0" algn="l">
              <a:spcBef>
                <a:spcPts val="0"/>
              </a:spcBef>
              <a:spcAft>
                <a:spcPts val="0"/>
              </a:spcAft>
              <a:buSzPts val="2100"/>
              <a:buChar char="-"/>
            </a:pPr>
            <a:r>
              <a:rPr lang="en"/>
              <a:t>Modules</a:t>
            </a:r>
            <a:endParaRPr/>
          </a:p>
        </p:txBody>
      </p:sp>
      <p:sp>
        <p:nvSpPr>
          <p:cNvPr id="385" name="Google Shape;385;p53"/>
          <p:cNvSpPr txBox="1"/>
          <p:nvPr>
            <p:ph type="title"/>
          </p:nvPr>
        </p:nvSpPr>
        <p:spPr>
          <a:xfrm>
            <a:off x="1681925" y="118576"/>
            <a:ext cx="6107400" cy="11634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None/>
            </a:pPr>
            <a:r>
              <a:rPr lang="en" sz="4400"/>
              <a:t>The Toolmaking Journey</a:t>
            </a:r>
            <a:endParaRPr sz="4400"/>
          </a:p>
        </p:txBody>
      </p:sp>
      <p:sp>
        <p:nvSpPr>
          <p:cNvPr id="386" name="Google Shape;386;p53"/>
          <p:cNvSpPr txBox="1"/>
          <p:nvPr/>
        </p:nvSpPr>
        <p:spPr>
          <a:xfrm rot="2339722">
            <a:off x="4589189" y="2122718"/>
            <a:ext cx="3199962" cy="964561"/>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900">
                <a:solidFill>
                  <a:srgbClr val="FF0000"/>
                </a:solidFill>
              </a:rPr>
              <a:t>Don’t Cling</a:t>
            </a:r>
            <a:endParaRPr b="1" sz="3900">
              <a:solidFill>
                <a:srgbClr val="FF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3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390" name="Shape 390"/>
        <p:cNvGrpSpPr/>
        <p:nvPr/>
      </p:nvGrpSpPr>
      <p:grpSpPr>
        <a:xfrm>
          <a:off x="0" y="0"/>
          <a:ext cx="0" cy="0"/>
          <a:chOff x="0" y="0"/>
          <a:chExt cx="0" cy="0"/>
        </a:xfrm>
      </p:grpSpPr>
      <p:sp>
        <p:nvSpPr>
          <p:cNvPr id="391" name="Google Shape;391;p54"/>
          <p:cNvSpPr txBox="1"/>
          <p:nvPr>
            <p:ph idx="1" type="body"/>
          </p:nvPr>
        </p:nvSpPr>
        <p:spPr>
          <a:xfrm>
            <a:off x="1021775" y="925149"/>
            <a:ext cx="7427700" cy="3565800"/>
          </a:xfrm>
          <a:prstGeom prst="rect">
            <a:avLst/>
          </a:prstGeom>
        </p:spPr>
        <p:txBody>
          <a:bodyPr anchorCtr="0" anchor="t" bIns="34275" lIns="68575" spcFirstLastPara="1" rIns="68575" wrap="square" tIns="34275">
            <a:noAutofit/>
          </a:bodyPr>
          <a:lstStyle/>
          <a:p>
            <a:pPr indent="-361950" lvl="0" marL="457200" rtl="0" algn="l">
              <a:spcBef>
                <a:spcPts val="800"/>
              </a:spcBef>
              <a:spcAft>
                <a:spcPts val="0"/>
              </a:spcAft>
              <a:buSzPts val="2100"/>
              <a:buChar char="-"/>
            </a:pPr>
            <a:r>
              <a:rPr lang="en"/>
              <a:t>PowerShell.Org YouTube Channel</a:t>
            </a:r>
            <a:br>
              <a:rPr lang="en"/>
            </a:br>
            <a:r>
              <a:rPr lang="en" u="sng">
                <a:solidFill>
                  <a:schemeClr val="hlink"/>
                </a:solidFill>
                <a:hlinkClick r:id="rId3"/>
              </a:rPr>
              <a:t>https://www.youtube.com/@PowershellOrg</a:t>
            </a:r>
            <a:br>
              <a:rPr lang="en"/>
            </a:br>
            <a:endParaRPr/>
          </a:p>
          <a:p>
            <a:pPr indent="-361950" lvl="0" marL="457200" rtl="0" algn="l">
              <a:lnSpc>
                <a:spcPct val="100000"/>
              </a:lnSpc>
              <a:spcBef>
                <a:spcPts val="0"/>
              </a:spcBef>
              <a:spcAft>
                <a:spcPts val="0"/>
              </a:spcAft>
              <a:buSzPts val="2100"/>
              <a:buChar char="-"/>
            </a:pPr>
            <a:r>
              <a:rPr lang="en"/>
              <a:t>Basic Toolmaking - The road to extensibility by Evgenij Smirnov</a:t>
            </a:r>
            <a:br>
              <a:rPr lang="en"/>
            </a:br>
            <a:r>
              <a:rPr lang="en" u="sng">
                <a:solidFill>
                  <a:schemeClr val="hlink"/>
                </a:solidFill>
                <a:hlinkClick r:id="rId4"/>
              </a:rPr>
              <a:t>https://www.youtube.com/watch?v=atWtV9UUjLI</a:t>
            </a:r>
            <a:r>
              <a:rPr lang="en"/>
              <a:t> </a:t>
            </a:r>
            <a:br>
              <a:rPr lang="en"/>
            </a:br>
            <a:endParaRPr/>
          </a:p>
          <a:p>
            <a:pPr indent="-361950" lvl="0" marL="457200" rtl="0" algn="l">
              <a:lnSpc>
                <a:spcPct val="100000"/>
              </a:lnSpc>
              <a:spcBef>
                <a:spcPts val="0"/>
              </a:spcBef>
              <a:spcAft>
                <a:spcPts val="0"/>
              </a:spcAft>
              <a:buSzPts val="2100"/>
              <a:buChar char="-"/>
            </a:pPr>
            <a:r>
              <a:rPr lang="en"/>
              <a:t>The Human Side of PowerShell Scripting by Jeff Hicks</a:t>
            </a:r>
            <a:br>
              <a:rPr lang="en"/>
            </a:br>
            <a:r>
              <a:rPr lang="en" u="sng">
                <a:solidFill>
                  <a:schemeClr val="hlink"/>
                </a:solidFill>
                <a:hlinkClick r:id="rId5"/>
              </a:rPr>
              <a:t>https://www.youtube.com/watch?v=4xVDorpEhm8</a:t>
            </a:r>
            <a:r>
              <a:rPr lang="en"/>
              <a:t> </a:t>
            </a:r>
            <a:br>
              <a:rPr lang="en"/>
            </a:br>
            <a:endParaRPr/>
          </a:p>
          <a:p>
            <a:pPr indent="-361950" lvl="0" marL="457200" rtl="0" algn="l">
              <a:lnSpc>
                <a:spcPct val="100000"/>
              </a:lnSpc>
              <a:spcBef>
                <a:spcPts val="0"/>
              </a:spcBef>
              <a:spcAft>
                <a:spcPts val="0"/>
              </a:spcAft>
              <a:buSzPts val="2100"/>
              <a:buChar char="-"/>
            </a:pPr>
            <a:r>
              <a:rPr lang="en" sz="1400" u="sng">
                <a:solidFill>
                  <a:schemeClr val="accent2"/>
                </a:solidFill>
                <a:latin typeface="Arial"/>
                <a:ea typeface="Arial"/>
                <a:cs typeface="Arial"/>
                <a:sym typeface="Arial"/>
                <a:hlinkClick r:id="rId6">
                  <a:extLst>
                    <a:ext uri="{A12FA001-AC4F-418D-AE19-62706E023703}">
                      <ahyp:hlinkClr val="tx"/>
                    </a:ext>
                  </a:extLst>
                </a:hlinkClick>
              </a:rPr>
              <a:t>https://www.manning.com/books/learn-powershell-toolmaking-in-a-month-of-lunches</a:t>
            </a:r>
            <a:endParaRPr/>
          </a:p>
        </p:txBody>
      </p:sp>
      <p:sp>
        <p:nvSpPr>
          <p:cNvPr id="392" name="Google Shape;392;p54"/>
          <p:cNvSpPr txBox="1"/>
          <p:nvPr>
            <p:ph type="title"/>
          </p:nvPr>
        </p:nvSpPr>
        <p:spPr>
          <a:xfrm>
            <a:off x="1681925" y="118575"/>
            <a:ext cx="5671500" cy="6369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None/>
            </a:pPr>
            <a:r>
              <a:rPr lang="en" sz="4200"/>
              <a:t>Resources</a:t>
            </a:r>
            <a:endParaRPr sz="42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396" name="Shape 396"/>
        <p:cNvGrpSpPr/>
        <p:nvPr/>
      </p:nvGrpSpPr>
      <p:grpSpPr>
        <a:xfrm>
          <a:off x="0" y="0"/>
          <a:ext cx="0" cy="0"/>
          <a:chOff x="0" y="0"/>
          <a:chExt cx="0" cy="0"/>
        </a:xfrm>
      </p:grpSpPr>
      <p:sp>
        <p:nvSpPr>
          <p:cNvPr id="397" name="Google Shape;397;p55"/>
          <p:cNvSpPr txBox="1"/>
          <p:nvPr/>
        </p:nvSpPr>
        <p:spPr>
          <a:xfrm>
            <a:off x="697397" y="433399"/>
            <a:ext cx="7742638" cy="1511952"/>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9400" u="none" cap="none" strike="noStrike">
                <a:solidFill>
                  <a:schemeClr val="accent1"/>
                </a:solidFill>
                <a:latin typeface="Space Grotesk"/>
                <a:ea typeface="Space Grotesk"/>
                <a:cs typeface="Space Grotesk"/>
                <a:sym typeface="Space Grotesk"/>
              </a:rPr>
              <a:t>THANK YOU</a:t>
            </a:r>
            <a:endParaRPr sz="1100"/>
          </a:p>
        </p:txBody>
      </p:sp>
      <p:sp>
        <p:nvSpPr>
          <p:cNvPr id="398" name="Google Shape;398;p55"/>
          <p:cNvSpPr txBox="1"/>
          <p:nvPr/>
        </p:nvSpPr>
        <p:spPr>
          <a:xfrm>
            <a:off x="669412" y="2183360"/>
            <a:ext cx="7796372" cy="191590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4100" u="none" cap="small" strike="noStrike">
                <a:solidFill>
                  <a:schemeClr val="dk1"/>
                </a:solidFill>
                <a:latin typeface="Cambria"/>
                <a:ea typeface="Cambria"/>
                <a:cs typeface="Cambria"/>
                <a:sym typeface="Cambria"/>
              </a:rPr>
              <a:t>Feedback is a gift</a:t>
            </a:r>
            <a:br>
              <a:rPr b="1" i="0" lang="en" sz="4100" u="none" cap="small" strike="noStrike">
                <a:solidFill>
                  <a:schemeClr val="dk1"/>
                </a:solidFill>
                <a:latin typeface="Arial"/>
                <a:ea typeface="Arial"/>
                <a:cs typeface="Arial"/>
                <a:sym typeface="Arial"/>
              </a:rPr>
            </a:b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None/>
            </a:pPr>
            <a:r>
              <a:rPr b="1" i="0" lang="en" sz="3300" u="none" cap="small" strike="noStrike">
                <a:solidFill>
                  <a:schemeClr val="dk1"/>
                </a:solidFill>
                <a:latin typeface="Calibri"/>
                <a:ea typeface="Calibri"/>
                <a:cs typeface="Calibri"/>
                <a:sym typeface="Calibri"/>
              </a:rPr>
              <a:t>Please review this session </a:t>
            </a:r>
            <a:endParaRPr sz="1100"/>
          </a:p>
          <a:p>
            <a:pPr indent="0" lvl="0" marL="0" marR="0" rtl="0" algn="ctr">
              <a:spcBef>
                <a:spcPts val="0"/>
              </a:spcBef>
              <a:spcAft>
                <a:spcPts val="0"/>
              </a:spcAft>
              <a:buNone/>
            </a:pPr>
            <a:r>
              <a:rPr b="1" i="0" lang="en" sz="3300" u="none" cap="small" strike="noStrike">
                <a:solidFill>
                  <a:schemeClr val="dk1"/>
                </a:solidFill>
                <a:latin typeface="Calibri"/>
                <a:ea typeface="Calibri"/>
                <a:cs typeface="Calibri"/>
                <a:sym typeface="Calibri"/>
              </a:rPr>
              <a:t>via the mobile App</a:t>
            </a:r>
            <a:endParaRPr b="0" i="0" sz="3300" u="none" cap="none" strike="noStrike">
              <a:solidFill>
                <a:schemeClr val="dk1"/>
              </a:solidFill>
              <a:latin typeface="Calibri"/>
              <a:ea typeface="Calibri"/>
              <a:cs typeface="Calibri"/>
              <a:sym typeface="Calibri"/>
            </a:endParaRPr>
          </a:p>
        </p:txBody>
      </p:sp>
      <p:cxnSp>
        <p:nvCxnSpPr>
          <p:cNvPr id="399" name="Google Shape;399;p55"/>
          <p:cNvCxnSpPr/>
          <p:nvPr/>
        </p:nvCxnSpPr>
        <p:spPr>
          <a:xfrm>
            <a:off x="673814" y="2933700"/>
            <a:ext cx="7796372" cy="0"/>
          </a:xfrm>
          <a:prstGeom prst="straightConnector1">
            <a:avLst/>
          </a:prstGeom>
          <a:noFill/>
          <a:ln cap="flat" cmpd="sng" w="28575">
            <a:solidFill>
              <a:schemeClr val="accent1"/>
            </a:solidFill>
            <a:prstDash val="solid"/>
            <a:miter lim="800000"/>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Custom 2">
      <a:dk1>
        <a:srgbClr val="000000"/>
      </a:dk1>
      <a:lt1>
        <a:srgbClr val="FFFFFF"/>
      </a:lt1>
      <a:dk2>
        <a:srgbClr val="323232"/>
      </a:dk2>
      <a:lt2>
        <a:srgbClr val="E3DED1"/>
      </a:lt2>
      <a:accent1>
        <a:srgbClr val="2B2D78"/>
      </a:accent1>
      <a:accent2>
        <a:srgbClr val="92278F"/>
      </a:accent2>
      <a:accent3>
        <a:srgbClr val="00AEEF"/>
      </a:accent3>
      <a:accent4>
        <a:srgbClr val="92278F"/>
      </a:accent4>
      <a:accent5>
        <a:srgbClr val="0082C6"/>
      </a:accent5>
      <a:accent6>
        <a:srgbClr val="C19859"/>
      </a:accent6>
      <a:hlink>
        <a:srgbClr val="92278F"/>
      </a:hlink>
      <a:folHlink>
        <a:srgbClr val="9227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