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3"/>
  </p:notesMasterIdLst>
  <p:sldIdLst>
    <p:sldId id="276" r:id="rId5"/>
    <p:sldId id="300" r:id="rId6"/>
    <p:sldId id="271" r:id="rId7"/>
    <p:sldId id="278" r:id="rId8"/>
    <p:sldId id="281" r:id="rId9"/>
    <p:sldId id="295" r:id="rId10"/>
    <p:sldId id="283" r:id="rId11"/>
    <p:sldId id="279" r:id="rId12"/>
    <p:sldId id="298" r:id="rId13"/>
    <p:sldId id="296" r:id="rId14"/>
    <p:sldId id="297" r:id="rId15"/>
    <p:sldId id="286" r:id="rId16"/>
    <p:sldId id="294" r:id="rId17"/>
    <p:sldId id="299" r:id="rId18"/>
    <p:sldId id="291" r:id="rId19"/>
    <p:sldId id="287" r:id="rId20"/>
    <p:sldId id="288" r:id="rId21"/>
    <p:sldId id="270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75CB5B4-7A18-47D4-A462-A4B78F95C34A}">
          <p14:sldIdLst>
            <p14:sldId id="276"/>
            <p14:sldId id="300"/>
            <p14:sldId id="271"/>
            <p14:sldId id="278"/>
            <p14:sldId id="281"/>
            <p14:sldId id="295"/>
            <p14:sldId id="283"/>
            <p14:sldId id="279"/>
            <p14:sldId id="298"/>
            <p14:sldId id="296"/>
            <p14:sldId id="297"/>
            <p14:sldId id="286"/>
            <p14:sldId id="294"/>
            <p14:sldId id="299"/>
            <p14:sldId id="291"/>
            <p14:sldId id="287"/>
            <p14:sldId id="288"/>
            <p14:sldId id="27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296" userDrawn="1">
          <p15:clr>
            <a:srgbClr val="A4A3A4"/>
          </p15:clr>
        </p15:guide>
        <p15:guide id="4" pos="384" userDrawn="1">
          <p15:clr>
            <a:srgbClr val="A4A3A4"/>
          </p15:clr>
        </p15:guide>
        <p15:guide id="5" orient="horz" pos="3936" userDrawn="1">
          <p15:clr>
            <a:srgbClr val="A4A3A4"/>
          </p15:clr>
        </p15:guide>
        <p15:guide id="6" orient="horz" pos="4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2D78"/>
    <a:srgbClr val="92278F"/>
    <a:srgbClr val="000000"/>
    <a:srgbClr val="7030A0"/>
    <a:srgbClr val="2298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1C5841-B566-4D0C-83CF-A8A65AC4A4C0}" v="52" dt="2026-04-13T05:57:06.4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38" y="324"/>
      </p:cViewPr>
      <p:guideLst>
        <p:guide orient="horz" pos="2160"/>
        <p:guide pos="3840"/>
        <p:guide pos="7296"/>
        <p:guide pos="384"/>
        <p:guide orient="horz" pos="3936"/>
        <p:guide orient="horz" pos="4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ry Knox" userId="5a458b9dab9b6d8c" providerId="LiveId" clId="{7362EFB1-9E0E-43CB-8568-191015AC573F}"/>
    <pc:docChg chg="undo redo custSel addSld delSld modSld sldOrd addSection delSection modSection">
      <pc:chgData name="Cory Knox" userId="5a458b9dab9b6d8c" providerId="LiveId" clId="{7362EFB1-9E0E-43CB-8568-191015AC573F}" dt="2026-04-13T16:19:54.867" v="2599" actId="20577"/>
      <pc:docMkLst>
        <pc:docMk/>
      </pc:docMkLst>
      <pc:sldChg chg="addSp modSp mod">
        <pc:chgData name="Cory Knox" userId="5a458b9dab9b6d8c" providerId="LiveId" clId="{7362EFB1-9E0E-43CB-8568-191015AC573F}" dt="2026-04-09T23:52:07.914" v="13" actId="931"/>
        <pc:sldMkLst>
          <pc:docMk/>
          <pc:sldMk cId="158319760" sldId="271"/>
        </pc:sldMkLst>
        <pc:spChg chg="mod">
          <ac:chgData name="Cory Knox" userId="5a458b9dab9b6d8c" providerId="LiveId" clId="{7362EFB1-9E0E-43CB-8568-191015AC573F}" dt="2026-04-09T23:51:20.997" v="6" actId="5793"/>
          <ac:spMkLst>
            <pc:docMk/>
            <pc:sldMk cId="158319760" sldId="271"/>
            <ac:spMk id="2" creationId="{9B19AB3D-FC55-EC05-59A1-32359151A7A7}"/>
          </ac:spMkLst>
        </pc:spChg>
        <pc:picChg chg="add mod">
          <ac:chgData name="Cory Knox" userId="5a458b9dab9b6d8c" providerId="LiveId" clId="{7362EFB1-9E0E-43CB-8568-191015AC573F}" dt="2026-04-09T23:52:07.914" v="13" actId="931"/>
          <ac:picMkLst>
            <pc:docMk/>
            <pc:sldMk cId="158319760" sldId="271"/>
            <ac:picMk id="6" creationId="{6430CD78-2FC3-E43E-F8C6-22D2E26E2437}"/>
          </ac:picMkLst>
        </pc:picChg>
      </pc:sldChg>
      <pc:sldChg chg="modSp mod">
        <pc:chgData name="Cory Knox" userId="5a458b9dab9b6d8c" providerId="LiveId" clId="{7362EFB1-9E0E-43CB-8568-191015AC573F}" dt="2026-04-10T14:13:58.485" v="173" actId="1036"/>
        <pc:sldMkLst>
          <pc:docMk/>
          <pc:sldMk cId="481032412" sldId="278"/>
        </pc:sldMkLst>
        <pc:picChg chg="mod">
          <ac:chgData name="Cory Knox" userId="5a458b9dab9b6d8c" providerId="LiveId" clId="{7362EFB1-9E0E-43CB-8568-191015AC573F}" dt="2026-04-10T14:13:58.485" v="173" actId="1036"/>
          <ac:picMkLst>
            <pc:docMk/>
            <pc:sldMk cId="481032412" sldId="278"/>
            <ac:picMk id="6" creationId="{02D41075-8C73-F9D7-C18C-89BB9F45CEB8}"/>
          </ac:picMkLst>
        </pc:picChg>
      </pc:sldChg>
      <pc:sldChg chg="modSp mod modAnim">
        <pc:chgData name="Cory Knox" userId="5a458b9dab9b6d8c" providerId="LiveId" clId="{7362EFB1-9E0E-43CB-8568-191015AC573F}" dt="2026-04-12T12:37:23.184" v="1323"/>
        <pc:sldMkLst>
          <pc:docMk/>
          <pc:sldMk cId="93121854" sldId="279"/>
        </pc:sldMkLst>
        <pc:spChg chg="mod">
          <ac:chgData name="Cory Knox" userId="5a458b9dab9b6d8c" providerId="LiveId" clId="{7362EFB1-9E0E-43CB-8568-191015AC573F}" dt="2026-04-10T16:06:42.427" v="534" actId="20577"/>
          <ac:spMkLst>
            <pc:docMk/>
            <pc:sldMk cId="93121854" sldId="279"/>
            <ac:spMk id="2" creationId="{F056DDE9-4971-B52E-6EC4-BD89274102A9}"/>
          </ac:spMkLst>
        </pc:spChg>
      </pc:sldChg>
      <pc:sldChg chg="modSp mod addAnim delAnim modAnim">
        <pc:chgData name="Cory Knox" userId="5a458b9dab9b6d8c" providerId="LiveId" clId="{7362EFB1-9E0E-43CB-8568-191015AC573F}" dt="2026-04-10T14:26:33.999" v="206"/>
        <pc:sldMkLst>
          <pc:docMk/>
          <pc:sldMk cId="1202850591" sldId="281"/>
        </pc:sldMkLst>
        <pc:spChg chg="mod">
          <ac:chgData name="Cory Knox" userId="5a458b9dab9b6d8c" providerId="LiveId" clId="{7362EFB1-9E0E-43CB-8568-191015AC573F}" dt="2026-04-10T14:15:46.461" v="197" actId="20577"/>
          <ac:spMkLst>
            <pc:docMk/>
            <pc:sldMk cId="1202850591" sldId="281"/>
            <ac:spMk id="2" creationId="{35FBC91C-85F5-2061-687C-72A061DEF9B8}"/>
          </ac:spMkLst>
        </pc:spChg>
      </pc:sldChg>
      <pc:sldChg chg="modSp del mod modShow">
        <pc:chgData name="Cory Knox" userId="5a458b9dab9b6d8c" providerId="LiveId" clId="{7362EFB1-9E0E-43CB-8568-191015AC573F}" dt="2026-04-13T05:47:59.372" v="2498" actId="2696"/>
        <pc:sldMkLst>
          <pc:docMk/>
          <pc:sldMk cId="2724135212" sldId="282"/>
        </pc:sldMkLst>
      </pc:sldChg>
      <pc:sldChg chg="modSp mod modAnim">
        <pc:chgData name="Cory Knox" userId="5a458b9dab9b6d8c" providerId="LiveId" clId="{7362EFB1-9E0E-43CB-8568-191015AC573F}" dt="2026-04-12T12:37:11.516" v="1322"/>
        <pc:sldMkLst>
          <pc:docMk/>
          <pc:sldMk cId="176942449" sldId="283"/>
        </pc:sldMkLst>
        <pc:spChg chg="mod">
          <ac:chgData name="Cory Knox" userId="5a458b9dab9b6d8c" providerId="LiveId" clId="{7362EFB1-9E0E-43CB-8568-191015AC573F}" dt="2026-04-10T16:06:45.955" v="535" actId="20577"/>
          <ac:spMkLst>
            <pc:docMk/>
            <pc:sldMk cId="176942449" sldId="283"/>
            <ac:spMk id="2" creationId="{4110BCC1-E570-0D0B-A5FB-2B7E9495A02F}"/>
          </ac:spMkLst>
        </pc:spChg>
      </pc:sldChg>
      <pc:sldChg chg="modSp new mod modAnim">
        <pc:chgData name="Cory Knox" userId="5a458b9dab9b6d8c" providerId="LiveId" clId="{7362EFB1-9E0E-43CB-8568-191015AC573F}" dt="2026-04-12T23:37:46.994" v="2384" actId="6549"/>
        <pc:sldMkLst>
          <pc:docMk/>
          <pc:sldMk cId="2785400050" sldId="286"/>
        </pc:sldMkLst>
        <pc:spChg chg="mod">
          <ac:chgData name="Cory Knox" userId="5a458b9dab9b6d8c" providerId="LiveId" clId="{7362EFB1-9E0E-43CB-8568-191015AC573F}" dt="2026-04-10T16:24:41.353" v="763" actId="20577"/>
          <ac:spMkLst>
            <pc:docMk/>
            <pc:sldMk cId="2785400050" sldId="286"/>
            <ac:spMk id="2" creationId="{7F68E1BA-C7DC-7FEA-ADB8-C033C29AF1F9}"/>
          </ac:spMkLst>
        </pc:spChg>
        <pc:spChg chg="mod">
          <ac:chgData name="Cory Knox" userId="5a458b9dab9b6d8c" providerId="LiveId" clId="{7362EFB1-9E0E-43CB-8568-191015AC573F}" dt="2026-04-12T23:37:46.994" v="2384" actId="6549"/>
          <ac:spMkLst>
            <pc:docMk/>
            <pc:sldMk cId="2785400050" sldId="286"/>
            <ac:spMk id="3" creationId="{5B36CAB3-3FFE-C7DE-EC95-79D7C16599D2}"/>
          </ac:spMkLst>
        </pc:spChg>
      </pc:sldChg>
      <pc:sldChg chg="modSp new mod">
        <pc:chgData name="Cory Knox" userId="5a458b9dab9b6d8c" providerId="LiveId" clId="{7362EFB1-9E0E-43CB-8568-191015AC573F}" dt="2026-04-10T16:44:12.463" v="790" actId="20577"/>
        <pc:sldMkLst>
          <pc:docMk/>
          <pc:sldMk cId="3431337139" sldId="287"/>
        </pc:sldMkLst>
        <pc:spChg chg="mod">
          <ac:chgData name="Cory Knox" userId="5a458b9dab9b6d8c" providerId="LiveId" clId="{7362EFB1-9E0E-43CB-8568-191015AC573F}" dt="2026-04-10T16:44:12.463" v="790" actId="20577"/>
          <ac:spMkLst>
            <pc:docMk/>
            <pc:sldMk cId="3431337139" sldId="287"/>
            <ac:spMk id="3" creationId="{4FB68DE0-A884-9585-2FD0-4BAB9B70D418}"/>
          </ac:spMkLst>
        </pc:spChg>
      </pc:sldChg>
      <pc:sldChg chg="modSp new mod">
        <pc:chgData name="Cory Knox" userId="5a458b9dab9b6d8c" providerId="LiveId" clId="{7362EFB1-9E0E-43CB-8568-191015AC573F}" dt="2026-04-10T16:46:29.671" v="851" actId="20577"/>
        <pc:sldMkLst>
          <pc:docMk/>
          <pc:sldMk cId="1488395491" sldId="288"/>
        </pc:sldMkLst>
        <pc:spChg chg="mod">
          <ac:chgData name="Cory Knox" userId="5a458b9dab9b6d8c" providerId="LiveId" clId="{7362EFB1-9E0E-43CB-8568-191015AC573F}" dt="2026-04-10T16:46:29.671" v="851" actId="20577"/>
          <ac:spMkLst>
            <pc:docMk/>
            <pc:sldMk cId="1488395491" sldId="288"/>
            <ac:spMk id="2" creationId="{F6D6D52E-321F-7891-27D1-FAB0D8DDA104}"/>
          </ac:spMkLst>
        </pc:spChg>
        <pc:spChg chg="mod">
          <ac:chgData name="Cory Knox" userId="5a458b9dab9b6d8c" providerId="LiveId" clId="{7362EFB1-9E0E-43CB-8568-191015AC573F}" dt="2026-04-10T16:44:24.781" v="807" actId="20577"/>
          <ac:spMkLst>
            <pc:docMk/>
            <pc:sldMk cId="1488395491" sldId="288"/>
            <ac:spMk id="3" creationId="{54C8A2F0-9229-0307-121A-EB3CE916E058}"/>
          </ac:spMkLst>
        </pc:spChg>
      </pc:sldChg>
      <pc:sldChg chg="delSp modSp add del mod ord">
        <pc:chgData name="Cory Knox" userId="5a458b9dab9b6d8c" providerId="LiveId" clId="{7362EFB1-9E0E-43CB-8568-191015AC573F}" dt="2026-04-13T05:48:08.697" v="2499" actId="2696"/>
        <pc:sldMkLst>
          <pc:docMk/>
          <pc:sldMk cId="490336056" sldId="290"/>
        </pc:sldMkLst>
      </pc:sldChg>
      <pc:sldChg chg="modSp new mod">
        <pc:chgData name="Cory Knox" userId="5a458b9dab9b6d8c" providerId="LiveId" clId="{7362EFB1-9E0E-43CB-8568-191015AC573F}" dt="2026-04-13T05:46:02.300" v="2460" actId="20577"/>
        <pc:sldMkLst>
          <pc:docMk/>
          <pc:sldMk cId="2821041738" sldId="291"/>
        </pc:sldMkLst>
        <pc:spChg chg="mod">
          <ac:chgData name="Cory Knox" userId="5a458b9dab9b6d8c" providerId="LiveId" clId="{7362EFB1-9E0E-43CB-8568-191015AC573F}" dt="2026-04-13T05:46:02.300" v="2460" actId="20577"/>
          <ac:spMkLst>
            <pc:docMk/>
            <pc:sldMk cId="2821041738" sldId="291"/>
            <ac:spMk id="2" creationId="{68BA9D24-9E8B-5C53-C26B-9360E711B85E}"/>
          </ac:spMkLst>
        </pc:spChg>
        <pc:spChg chg="mod">
          <ac:chgData name="Cory Knox" userId="5a458b9dab9b6d8c" providerId="LiveId" clId="{7362EFB1-9E0E-43CB-8568-191015AC573F}" dt="2026-04-12T20:29:31.533" v="1681" actId="20577"/>
          <ac:spMkLst>
            <pc:docMk/>
            <pc:sldMk cId="2821041738" sldId="291"/>
            <ac:spMk id="3" creationId="{8C962E44-6241-34F9-F17A-15FF745D3B5A}"/>
          </ac:spMkLst>
        </pc:spChg>
      </pc:sldChg>
      <pc:sldChg chg="modSp new del mod">
        <pc:chgData name="Cory Knox" userId="5a458b9dab9b6d8c" providerId="LiveId" clId="{7362EFB1-9E0E-43CB-8568-191015AC573F}" dt="2026-04-12T12:38:08.589" v="1325" actId="2696"/>
        <pc:sldMkLst>
          <pc:docMk/>
          <pc:sldMk cId="3282906711" sldId="292"/>
        </pc:sldMkLst>
      </pc:sldChg>
      <pc:sldChg chg="modSp new del mod">
        <pc:chgData name="Cory Knox" userId="5a458b9dab9b6d8c" providerId="LiveId" clId="{7362EFB1-9E0E-43CB-8568-191015AC573F}" dt="2026-04-12T12:38:08.589" v="1325" actId="2696"/>
        <pc:sldMkLst>
          <pc:docMk/>
          <pc:sldMk cId="1346977634" sldId="293"/>
        </pc:sldMkLst>
      </pc:sldChg>
      <pc:sldChg chg="modSp new mod ord modAnim">
        <pc:chgData name="Cory Knox" userId="5a458b9dab9b6d8c" providerId="LiveId" clId="{7362EFB1-9E0E-43CB-8568-191015AC573F}" dt="2026-04-13T05:47:03.474" v="2494"/>
        <pc:sldMkLst>
          <pc:docMk/>
          <pc:sldMk cId="1468671498" sldId="294"/>
        </pc:sldMkLst>
        <pc:spChg chg="mod">
          <ac:chgData name="Cory Knox" userId="5a458b9dab9b6d8c" providerId="LiveId" clId="{7362EFB1-9E0E-43CB-8568-191015AC573F}" dt="2026-04-13T05:46:51.565" v="2493" actId="20577"/>
          <ac:spMkLst>
            <pc:docMk/>
            <pc:sldMk cId="1468671498" sldId="294"/>
            <ac:spMk id="2" creationId="{0707F597-06CB-E414-6449-C8607024E9C2}"/>
          </ac:spMkLst>
        </pc:spChg>
        <pc:spChg chg="mod">
          <ac:chgData name="Cory Knox" userId="5a458b9dab9b6d8c" providerId="LiveId" clId="{7362EFB1-9E0E-43CB-8568-191015AC573F}" dt="2026-04-10T19:23:47.932" v="1028" actId="20577"/>
          <ac:spMkLst>
            <pc:docMk/>
            <pc:sldMk cId="1468671498" sldId="294"/>
            <ac:spMk id="3" creationId="{A147835D-D42A-BC25-2583-14FFC53E1DA4}"/>
          </ac:spMkLst>
        </pc:spChg>
      </pc:sldChg>
      <pc:sldChg chg="modSp new mod modAnim">
        <pc:chgData name="Cory Knox" userId="5a458b9dab9b6d8c" providerId="LiveId" clId="{7362EFB1-9E0E-43CB-8568-191015AC573F}" dt="2026-04-13T05:57:06.466" v="2586" actId="20577"/>
        <pc:sldMkLst>
          <pc:docMk/>
          <pc:sldMk cId="656810902" sldId="295"/>
        </pc:sldMkLst>
        <pc:spChg chg="mod">
          <ac:chgData name="Cory Knox" userId="5a458b9dab9b6d8c" providerId="LiveId" clId="{7362EFB1-9E0E-43CB-8568-191015AC573F}" dt="2026-04-13T05:57:06.466" v="2586" actId="20577"/>
          <ac:spMkLst>
            <pc:docMk/>
            <pc:sldMk cId="656810902" sldId="295"/>
            <ac:spMk id="2" creationId="{FE8EF04A-F2E8-D55D-1582-770FF32EF48D}"/>
          </ac:spMkLst>
        </pc:spChg>
        <pc:spChg chg="mod">
          <ac:chgData name="Cory Knox" userId="5a458b9dab9b6d8c" providerId="LiveId" clId="{7362EFB1-9E0E-43CB-8568-191015AC573F}" dt="2026-04-12T12:33:52.451" v="1089" actId="20577"/>
          <ac:spMkLst>
            <pc:docMk/>
            <pc:sldMk cId="656810902" sldId="295"/>
            <ac:spMk id="3" creationId="{E156AF8B-4B1E-68F1-8658-C74A38DE5351}"/>
          </ac:spMkLst>
        </pc:spChg>
      </pc:sldChg>
      <pc:sldChg chg="addSp modSp new mod">
        <pc:chgData name="Cory Knox" userId="5a458b9dab9b6d8c" providerId="LiveId" clId="{7362EFB1-9E0E-43CB-8568-191015AC573F}" dt="2026-04-12T23:31:05.397" v="2303" actId="1076"/>
        <pc:sldMkLst>
          <pc:docMk/>
          <pc:sldMk cId="3426734816" sldId="296"/>
        </pc:sldMkLst>
        <pc:spChg chg="mod">
          <ac:chgData name="Cory Knox" userId="5a458b9dab9b6d8c" providerId="LiveId" clId="{7362EFB1-9E0E-43CB-8568-191015AC573F}" dt="2026-04-12T23:30:58.600" v="2302"/>
          <ac:spMkLst>
            <pc:docMk/>
            <pc:sldMk cId="3426734816" sldId="296"/>
            <ac:spMk id="3" creationId="{8EE8A8A2-71AC-50D7-D743-88B9E02D3850}"/>
          </ac:spMkLst>
        </pc:spChg>
        <pc:picChg chg="add mod">
          <ac:chgData name="Cory Knox" userId="5a458b9dab9b6d8c" providerId="LiveId" clId="{7362EFB1-9E0E-43CB-8568-191015AC573F}" dt="2026-04-12T23:31:05.397" v="2303" actId="1076"/>
          <ac:picMkLst>
            <pc:docMk/>
            <pc:sldMk cId="3426734816" sldId="296"/>
            <ac:picMk id="5" creationId="{25D27435-F2CC-C68C-7938-8EBCDD980787}"/>
          </ac:picMkLst>
        </pc:picChg>
      </pc:sldChg>
      <pc:sldChg chg="addSp modSp new mod ord">
        <pc:chgData name="Cory Knox" userId="5a458b9dab9b6d8c" providerId="LiveId" clId="{7362EFB1-9E0E-43CB-8568-191015AC573F}" dt="2026-04-12T23:30:44.699" v="2299" actId="20577"/>
        <pc:sldMkLst>
          <pc:docMk/>
          <pc:sldMk cId="3880825471" sldId="297"/>
        </pc:sldMkLst>
        <pc:spChg chg="mod">
          <ac:chgData name="Cory Knox" userId="5a458b9dab9b6d8c" providerId="LiveId" clId="{7362EFB1-9E0E-43CB-8568-191015AC573F}" dt="2026-04-12T23:30:44.699" v="2299" actId="20577"/>
          <ac:spMkLst>
            <pc:docMk/>
            <pc:sldMk cId="3880825471" sldId="297"/>
            <ac:spMk id="3" creationId="{8A73CABE-5072-73C1-C26F-2D1E72AAA162}"/>
          </ac:spMkLst>
        </pc:spChg>
        <pc:picChg chg="add">
          <ac:chgData name="Cory Knox" userId="5a458b9dab9b6d8c" providerId="LiveId" clId="{7362EFB1-9E0E-43CB-8568-191015AC573F}" dt="2026-04-12T13:08:33.666" v="1361" actId="22"/>
          <ac:picMkLst>
            <pc:docMk/>
            <pc:sldMk cId="3880825471" sldId="297"/>
            <ac:picMk id="5" creationId="{3D9EC772-70F2-59D8-7BF3-7E323F8CDDF3}"/>
          </ac:picMkLst>
        </pc:picChg>
      </pc:sldChg>
      <pc:sldChg chg="modSp new mod">
        <pc:chgData name="Cory Knox" userId="5a458b9dab9b6d8c" providerId="LiveId" clId="{7362EFB1-9E0E-43CB-8568-191015AC573F}" dt="2026-04-12T23:35:48.802" v="2375" actId="20577"/>
        <pc:sldMkLst>
          <pc:docMk/>
          <pc:sldMk cId="3673438885" sldId="298"/>
        </pc:sldMkLst>
        <pc:spChg chg="mod">
          <ac:chgData name="Cory Knox" userId="5a458b9dab9b6d8c" providerId="LiveId" clId="{7362EFB1-9E0E-43CB-8568-191015AC573F}" dt="2026-04-12T23:35:48.802" v="2375" actId="20577"/>
          <ac:spMkLst>
            <pc:docMk/>
            <pc:sldMk cId="3673438885" sldId="298"/>
            <ac:spMk id="2" creationId="{A4CEB32D-4240-FBEC-E1F9-697051A4D508}"/>
          </ac:spMkLst>
        </pc:spChg>
        <pc:spChg chg="mod">
          <ac:chgData name="Cory Knox" userId="5a458b9dab9b6d8c" providerId="LiveId" clId="{7362EFB1-9E0E-43CB-8568-191015AC573F}" dt="2026-04-12T23:16:38.122" v="2137" actId="20577"/>
          <ac:spMkLst>
            <pc:docMk/>
            <pc:sldMk cId="3673438885" sldId="298"/>
            <ac:spMk id="3" creationId="{9F5CF648-AEB3-6A52-061C-0F0420B0981A}"/>
          </ac:spMkLst>
        </pc:spChg>
      </pc:sldChg>
      <pc:sldChg chg="modSp new mod addAnim delAnim modAnim">
        <pc:chgData name="Cory Knox" userId="5a458b9dab9b6d8c" providerId="LiveId" clId="{7362EFB1-9E0E-43CB-8568-191015AC573F}" dt="2026-04-13T05:47:26.406" v="2497"/>
        <pc:sldMkLst>
          <pc:docMk/>
          <pc:sldMk cId="1806687296" sldId="299"/>
        </pc:sldMkLst>
        <pc:spChg chg="mod">
          <ac:chgData name="Cory Knox" userId="5a458b9dab9b6d8c" providerId="LiveId" clId="{7362EFB1-9E0E-43CB-8568-191015AC573F}" dt="2026-04-13T05:46:33.289" v="2486" actId="20577"/>
          <ac:spMkLst>
            <pc:docMk/>
            <pc:sldMk cId="1806687296" sldId="299"/>
            <ac:spMk id="2" creationId="{3D1EF966-E681-ABC3-874E-A3B8AA8DEB3B}"/>
          </ac:spMkLst>
        </pc:spChg>
        <pc:spChg chg="mod">
          <ac:chgData name="Cory Knox" userId="5a458b9dab9b6d8c" providerId="LiveId" clId="{7362EFB1-9E0E-43CB-8568-191015AC573F}" dt="2026-04-12T20:32:53.229" v="1943" actId="20577"/>
          <ac:spMkLst>
            <pc:docMk/>
            <pc:sldMk cId="1806687296" sldId="299"/>
            <ac:spMk id="3" creationId="{8ADA8E8E-16E8-7801-ED64-26A3506AB9C6}"/>
          </ac:spMkLst>
        </pc:spChg>
      </pc:sldChg>
      <pc:sldChg chg="modSp add mod">
        <pc:chgData name="Cory Knox" userId="5a458b9dab9b6d8c" providerId="LiveId" clId="{7362EFB1-9E0E-43CB-8568-191015AC573F}" dt="2026-04-13T16:19:54.867" v="2599" actId="20577"/>
        <pc:sldMkLst>
          <pc:docMk/>
          <pc:sldMk cId="2707638815" sldId="300"/>
        </pc:sldMkLst>
        <pc:spChg chg="mod">
          <ac:chgData name="Cory Knox" userId="5a458b9dab9b6d8c" providerId="LiveId" clId="{7362EFB1-9E0E-43CB-8568-191015AC573F}" dt="2026-04-13T16:19:54.867" v="2599" actId="20577"/>
          <ac:spMkLst>
            <pc:docMk/>
            <pc:sldMk cId="2707638815" sldId="300"/>
            <ac:spMk id="22" creationId="{CBB37EBB-99CD-1776-D172-58F2D6E09A3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DD7AA7-6947-46DE-8F8D-972DE75C4888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D6F596-DFBB-42B8-ADCC-5FC29CF5B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066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3C104-E7E2-F066-5AC3-C76327B3E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0AF937-EAC3-42B7-7C43-08E2089BF0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B06BBC-4828-974B-D5D8-91DBAD613D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747BD3-7E5E-3BFD-91B4-890AE25FDA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D6F596-DFBB-42B8-ADCC-5FC29CF5B49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4694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87C7F-965A-2060-6818-7D2DAC0F9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504509-5DED-6B23-43FF-3EBFD0B04C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AB4085-1B0B-AD63-E61D-2D85C374F0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FB72CE-8BF3-0ACC-EADD-E0DF23EFDD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D6F596-DFBB-42B8-ADCC-5FC29CF5B49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1170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9D377CE-076D-C80C-A7BA-38DFC08885AD}"/>
              </a:ext>
            </a:extLst>
          </p:cNvPr>
          <p:cNvSpPr/>
          <p:nvPr userDrawn="1"/>
        </p:nvSpPr>
        <p:spPr>
          <a:xfrm>
            <a:off x="3368799" y="3984537"/>
            <a:ext cx="5285657" cy="439362"/>
          </a:xfrm>
          <a:prstGeom prst="roundRect">
            <a:avLst>
              <a:gd name="adj" fmla="val 18112"/>
            </a:avLst>
          </a:prstGeom>
          <a:noFill/>
          <a:ln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chemeClr val="accent1"/>
                  </a:gs>
                  <a:gs pos="99000">
                    <a:schemeClr val="accent2"/>
                  </a:gs>
                </a:gsLst>
                <a:lin ang="0" scaled="1"/>
              </a:gradFill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B914A66-817E-E8D4-E30A-4254D3A3B4EA}"/>
              </a:ext>
            </a:extLst>
          </p:cNvPr>
          <p:cNvSpPr/>
          <p:nvPr userDrawn="1"/>
        </p:nvSpPr>
        <p:spPr>
          <a:xfrm>
            <a:off x="3363959" y="4686913"/>
            <a:ext cx="5340895" cy="439362"/>
          </a:xfrm>
          <a:prstGeom prst="roundRect">
            <a:avLst>
              <a:gd name="adj" fmla="val 18112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chemeClr val="accent1"/>
                  </a:gs>
                  <a:gs pos="99000">
                    <a:schemeClr val="accent2"/>
                  </a:gs>
                </a:gsLst>
                <a:lin ang="0" scaled="1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6314279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ntent no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F29BCF-C1AD-D2CE-316E-E61C94A280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62375" y="1992193"/>
            <a:ext cx="9903723" cy="22939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F35E6322-336D-EE32-D30A-D2DF0148FF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448844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D3504F6-8EDE-4217-910B-79DB465C12C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15551" y="1318989"/>
            <a:ext cx="4839150" cy="4135480"/>
          </a:xfrm>
          <a:custGeom>
            <a:avLst/>
            <a:gdLst>
              <a:gd name="connsiteX0" fmla="*/ 227534 w 4839150"/>
              <a:gd name="connsiteY0" fmla="*/ 0 h 4135480"/>
              <a:gd name="connsiteX1" fmla="*/ 4611616 w 4839150"/>
              <a:gd name="connsiteY1" fmla="*/ 0 h 4135480"/>
              <a:gd name="connsiteX2" fmla="*/ 4839150 w 4839150"/>
              <a:gd name="connsiteY2" fmla="*/ 227534 h 4135480"/>
              <a:gd name="connsiteX3" fmla="*/ 4839150 w 4839150"/>
              <a:gd name="connsiteY3" fmla="*/ 3907946 h 4135480"/>
              <a:gd name="connsiteX4" fmla="*/ 4611616 w 4839150"/>
              <a:gd name="connsiteY4" fmla="*/ 4135480 h 4135480"/>
              <a:gd name="connsiteX5" fmla="*/ 227534 w 4839150"/>
              <a:gd name="connsiteY5" fmla="*/ 4135480 h 4135480"/>
              <a:gd name="connsiteX6" fmla="*/ 0 w 4839150"/>
              <a:gd name="connsiteY6" fmla="*/ 3907946 h 4135480"/>
              <a:gd name="connsiteX7" fmla="*/ 0 w 4839150"/>
              <a:gd name="connsiteY7" fmla="*/ 227534 h 4135480"/>
              <a:gd name="connsiteX8" fmla="*/ 227534 w 4839150"/>
              <a:gd name="connsiteY8" fmla="*/ 0 h 4135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39150" h="4135480">
                <a:moveTo>
                  <a:pt x="227534" y="0"/>
                </a:moveTo>
                <a:lnTo>
                  <a:pt x="4611616" y="0"/>
                </a:lnTo>
                <a:cubicBezTo>
                  <a:pt x="4737280" y="0"/>
                  <a:pt x="4839150" y="101870"/>
                  <a:pt x="4839150" y="227534"/>
                </a:cubicBezTo>
                <a:lnTo>
                  <a:pt x="4839150" y="3907946"/>
                </a:lnTo>
                <a:cubicBezTo>
                  <a:pt x="4839150" y="4033610"/>
                  <a:pt x="4737280" y="4135480"/>
                  <a:pt x="4611616" y="4135480"/>
                </a:cubicBezTo>
                <a:lnTo>
                  <a:pt x="227534" y="4135480"/>
                </a:lnTo>
                <a:cubicBezTo>
                  <a:pt x="101870" y="4135480"/>
                  <a:pt x="0" y="4033610"/>
                  <a:pt x="0" y="3907946"/>
                </a:cubicBezTo>
                <a:lnTo>
                  <a:pt x="0" y="227534"/>
                </a:lnTo>
                <a:cubicBezTo>
                  <a:pt x="0" y="101870"/>
                  <a:pt x="101870" y="0"/>
                  <a:pt x="22753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24E4FC-5965-0866-ABE5-FCF5ACA99BD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itle 7">
            <a:extLst>
              <a:ext uri="{FF2B5EF4-FFF2-40B4-BE49-F238E27FC236}">
                <a16:creationId xmlns:a16="http://schemas.microsoft.com/office/drawing/2014/main" id="{0E4913D5-50CF-76F6-2AB4-8F894A7B27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845294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6415C6E-8030-42E1-941C-DEE0BB5F3CA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690581" y="1315633"/>
            <a:ext cx="3621729" cy="1913587"/>
          </a:xfrm>
          <a:prstGeom prst="roundRect">
            <a:avLst>
              <a:gd name="adj" fmla="val 9474"/>
            </a:avLst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AA23D2D-A44A-42C2-8E26-B80B40E85F0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690581" y="3579174"/>
            <a:ext cx="3621729" cy="1913587"/>
          </a:xfrm>
          <a:prstGeom prst="roundRect">
            <a:avLst>
              <a:gd name="adj" fmla="val 10284"/>
            </a:avLst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695162-40C1-C894-1E34-62B2690F2B3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7">
            <a:extLst>
              <a:ext uri="{FF2B5EF4-FFF2-40B4-BE49-F238E27FC236}">
                <a16:creationId xmlns:a16="http://schemas.microsoft.com/office/drawing/2014/main" id="{72C930D0-80DD-075B-7012-F7DC648641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449852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0507F67-E976-446F-AF7B-7FF42BABE20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26611" y="1701364"/>
            <a:ext cx="1350350" cy="1350350"/>
          </a:xfrm>
          <a:custGeom>
            <a:avLst/>
            <a:gdLst>
              <a:gd name="connsiteX0" fmla="*/ 225063 w 1350350"/>
              <a:gd name="connsiteY0" fmla="*/ 0 h 1350350"/>
              <a:gd name="connsiteX1" fmla="*/ 1125287 w 1350350"/>
              <a:gd name="connsiteY1" fmla="*/ 0 h 1350350"/>
              <a:gd name="connsiteX2" fmla="*/ 1350350 w 1350350"/>
              <a:gd name="connsiteY2" fmla="*/ 225063 h 1350350"/>
              <a:gd name="connsiteX3" fmla="*/ 1350350 w 1350350"/>
              <a:gd name="connsiteY3" fmla="*/ 1125287 h 1350350"/>
              <a:gd name="connsiteX4" fmla="*/ 1284431 w 1350350"/>
              <a:gd name="connsiteY4" fmla="*/ 1284431 h 1350350"/>
              <a:gd name="connsiteX5" fmla="*/ 1277564 w 1350350"/>
              <a:gd name="connsiteY5" fmla="*/ 1290096 h 1350350"/>
              <a:gd name="connsiteX6" fmla="*/ 1277564 w 1350350"/>
              <a:gd name="connsiteY6" fmla="*/ 1297424 h 1350350"/>
              <a:gd name="connsiteX7" fmla="*/ 1268683 w 1350350"/>
              <a:gd name="connsiteY7" fmla="*/ 1297424 h 1350350"/>
              <a:gd name="connsiteX8" fmla="*/ 1251122 w 1350350"/>
              <a:gd name="connsiteY8" fmla="*/ 1311913 h 1350350"/>
              <a:gd name="connsiteX9" fmla="*/ 1125287 w 1350350"/>
              <a:gd name="connsiteY9" fmla="*/ 1350350 h 1350350"/>
              <a:gd name="connsiteX10" fmla="*/ 225063 w 1350350"/>
              <a:gd name="connsiteY10" fmla="*/ 1350350 h 1350350"/>
              <a:gd name="connsiteX11" fmla="*/ 0 w 1350350"/>
              <a:gd name="connsiteY11" fmla="*/ 1125287 h 1350350"/>
              <a:gd name="connsiteX12" fmla="*/ 0 w 1350350"/>
              <a:gd name="connsiteY12" fmla="*/ 225063 h 1350350"/>
              <a:gd name="connsiteX13" fmla="*/ 225063 w 1350350"/>
              <a:gd name="connsiteY13" fmla="*/ 0 h 1350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350350" h="1350350">
                <a:moveTo>
                  <a:pt x="225063" y="0"/>
                </a:moveTo>
                <a:lnTo>
                  <a:pt x="1125287" y="0"/>
                </a:lnTo>
                <a:cubicBezTo>
                  <a:pt x="1249586" y="0"/>
                  <a:pt x="1350350" y="100764"/>
                  <a:pt x="1350350" y="225063"/>
                </a:cubicBezTo>
                <a:lnTo>
                  <a:pt x="1350350" y="1125287"/>
                </a:lnTo>
                <a:cubicBezTo>
                  <a:pt x="1350350" y="1187437"/>
                  <a:pt x="1325159" y="1243702"/>
                  <a:pt x="1284431" y="1284431"/>
                </a:cubicBezTo>
                <a:lnTo>
                  <a:pt x="1277564" y="1290096"/>
                </a:lnTo>
                <a:lnTo>
                  <a:pt x="1277564" y="1297424"/>
                </a:lnTo>
                <a:lnTo>
                  <a:pt x="1268683" y="1297424"/>
                </a:lnTo>
                <a:lnTo>
                  <a:pt x="1251122" y="1311913"/>
                </a:lnTo>
                <a:cubicBezTo>
                  <a:pt x="1215202" y="1336180"/>
                  <a:pt x="1171899" y="1350350"/>
                  <a:pt x="1125287" y="1350350"/>
                </a:cubicBezTo>
                <a:lnTo>
                  <a:pt x="225063" y="1350350"/>
                </a:lnTo>
                <a:cubicBezTo>
                  <a:pt x="100764" y="1350350"/>
                  <a:pt x="0" y="1249586"/>
                  <a:pt x="0" y="1125287"/>
                </a:cubicBezTo>
                <a:lnTo>
                  <a:pt x="0" y="225063"/>
                </a:lnTo>
                <a:cubicBezTo>
                  <a:pt x="0" y="100764"/>
                  <a:pt x="100764" y="0"/>
                  <a:pt x="225063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FC727B8-D6D9-43EF-8679-D00E9D67899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25831" y="3825875"/>
            <a:ext cx="1350962" cy="1350963"/>
          </a:xfrm>
          <a:custGeom>
            <a:avLst/>
            <a:gdLst>
              <a:gd name="connsiteX0" fmla="*/ 225165 w 1350962"/>
              <a:gd name="connsiteY0" fmla="*/ 0 h 1350963"/>
              <a:gd name="connsiteX1" fmla="*/ 1125797 w 1350962"/>
              <a:gd name="connsiteY1" fmla="*/ 0 h 1350963"/>
              <a:gd name="connsiteX2" fmla="*/ 1350962 w 1350962"/>
              <a:gd name="connsiteY2" fmla="*/ 225165 h 1350963"/>
              <a:gd name="connsiteX3" fmla="*/ 1350962 w 1350962"/>
              <a:gd name="connsiteY3" fmla="*/ 1125798 h 1350963"/>
              <a:gd name="connsiteX4" fmla="*/ 1125797 w 1350962"/>
              <a:gd name="connsiteY4" fmla="*/ 1350963 h 1350963"/>
              <a:gd name="connsiteX5" fmla="*/ 225165 w 1350962"/>
              <a:gd name="connsiteY5" fmla="*/ 1350963 h 1350963"/>
              <a:gd name="connsiteX6" fmla="*/ 0 w 1350962"/>
              <a:gd name="connsiteY6" fmla="*/ 1125798 h 1350963"/>
              <a:gd name="connsiteX7" fmla="*/ 0 w 1350962"/>
              <a:gd name="connsiteY7" fmla="*/ 225165 h 1350963"/>
              <a:gd name="connsiteX8" fmla="*/ 225165 w 1350962"/>
              <a:gd name="connsiteY8" fmla="*/ 0 h 1350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50962" h="1350963">
                <a:moveTo>
                  <a:pt x="225165" y="0"/>
                </a:moveTo>
                <a:lnTo>
                  <a:pt x="1125797" y="0"/>
                </a:lnTo>
                <a:cubicBezTo>
                  <a:pt x="1250152" y="0"/>
                  <a:pt x="1350962" y="100810"/>
                  <a:pt x="1350962" y="225165"/>
                </a:cubicBezTo>
                <a:lnTo>
                  <a:pt x="1350962" y="1125798"/>
                </a:lnTo>
                <a:cubicBezTo>
                  <a:pt x="1350962" y="1250153"/>
                  <a:pt x="1250152" y="1350963"/>
                  <a:pt x="1125797" y="1350963"/>
                </a:cubicBezTo>
                <a:lnTo>
                  <a:pt x="225165" y="1350963"/>
                </a:lnTo>
                <a:cubicBezTo>
                  <a:pt x="100810" y="1350963"/>
                  <a:pt x="0" y="1250153"/>
                  <a:pt x="0" y="1125798"/>
                </a:cubicBezTo>
                <a:lnTo>
                  <a:pt x="0" y="225165"/>
                </a:lnTo>
                <a:cubicBezTo>
                  <a:pt x="0" y="100810"/>
                  <a:pt x="100810" y="0"/>
                  <a:pt x="225165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528A7B-8F36-BCD5-EB88-CE71FB1385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56362" y="1361260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7">
            <a:extLst>
              <a:ext uri="{FF2B5EF4-FFF2-40B4-BE49-F238E27FC236}">
                <a16:creationId xmlns:a16="http://schemas.microsoft.com/office/drawing/2014/main" id="{4C924AE6-77D0-6A32-BB61-3F1F1063A6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276149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DB7A24C-836B-4BC6-AF17-D2217E1018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08700" y="1161143"/>
            <a:ext cx="4296227" cy="2148114"/>
          </a:xfrm>
          <a:prstGeom prst="roundRect">
            <a:avLst>
              <a:gd name="adj" fmla="val 10459"/>
            </a:avLst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1E15E2F-DD7E-43EF-993D-B2BC10E2348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83801" y="3520352"/>
            <a:ext cx="2425261" cy="2039257"/>
          </a:xfrm>
          <a:prstGeom prst="roundRect">
            <a:avLst>
              <a:gd name="adj" fmla="val 11529"/>
            </a:avLst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E443B165-ECAF-619E-A68C-F32C4416CE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4DFE7-A742-D8FD-6DBB-EB753C5CEE2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8909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B42BF0C-4D46-4604-9634-5A701BE30F3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31478" y="685800"/>
            <a:ext cx="4550922" cy="4550922"/>
          </a:xfrm>
          <a:custGeom>
            <a:avLst/>
            <a:gdLst>
              <a:gd name="connsiteX0" fmla="*/ 2275461 w 4550922"/>
              <a:gd name="connsiteY0" fmla="*/ 0 h 4550922"/>
              <a:gd name="connsiteX1" fmla="*/ 4550922 w 4550922"/>
              <a:gd name="connsiteY1" fmla="*/ 2275461 h 4550922"/>
              <a:gd name="connsiteX2" fmla="*/ 2275461 w 4550922"/>
              <a:gd name="connsiteY2" fmla="*/ 4550922 h 4550922"/>
              <a:gd name="connsiteX3" fmla="*/ 0 w 4550922"/>
              <a:gd name="connsiteY3" fmla="*/ 2275461 h 4550922"/>
              <a:gd name="connsiteX4" fmla="*/ 2275461 w 4550922"/>
              <a:gd name="connsiteY4" fmla="*/ 0 h 4550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50922" h="4550922">
                <a:moveTo>
                  <a:pt x="2275461" y="0"/>
                </a:moveTo>
                <a:cubicBezTo>
                  <a:pt x="3532163" y="0"/>
                  <a:pt x="4550922" y="1018759"/>
                  <a:pt x="4550922" y="2275461"/>
                </a:cubicBezTo>
                <a:cubicBezTo>
                  <a:pt x="4550922" y="3532163"/>
                  <a:pt x="3532163" y="4550922"/>
                  <a:pt x="2275461" y="4550922"/>
                </a:cubicBezTo>
                <a:cubicBezTo>
                  <a:pt x="1018759" y="4550922"/>
                  <a:pt x="0" y="3532163"/>
                  <a:pt x="0" y="2275461"/>
                </a:cubicBezTo>
                <a:cubicBezTo>
                  <a:pt x="0" y="1018759"/>
                  <a:pt x="1018759" y="0"/>
                  <a:pt x="227546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446F88AC-274B-4591-9A09-57A165368FD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63338" y="3733589"/>
            <a:ext cx="1940794" cy="1940794"/>
          </a:xfrm>
          <a:custGeom>
            <a:avLst/>
            <a:gdLst>
              <a:gd name="connsiteX0" fmla="*/ 970397 w 1940794"/>
              <a:gd name="connsiteY0" fmla="*/ 0 h 1940794"/>
              <a:gd name="connsiteX1" fmla="*/ 1940794 w 1940794"/>
              <a:gd name="connsiteY1" fmla="*/ 970397 h 1940794"/>
              <a:gd name="connsiteX2" fmla="*/ 970397 w 1940794"/>
              <a:gd name="connsiteY2" fmla="*/ 1940794 h 1940794"/>
              <a:gd name="connsiteX3" fmla="*/ 0 w 1940794"/>
              <a:gd name="connsiteY3" fmla="*/ 970397 h 1940794"/>
              <a:gd name="connsiteX4" fmla="*/ 970397 w 1940794"/>
              <a:gd name="connsiteY4" fmla="*/ 0 h 1940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40794" h="1940794">
                <a:moveTo>
                  <a:pt x="970397" y="0"/>
                </a:moveTo>
                <a:cubicBezTo>
                  <a:pt x="1506332" y="0"/>
                  <a:pt x="1940794" y="434462"/>
                  <a:pt x="1940794" y="970397"/>
                </a:cubicBezTo>
                <a:cubicBezTo>
                  <a:pt x="1940794" y="1506332"/>
                  <a:pt x="1506332" y="1940794"/>
                  <a:pt x="970397" y="1940794"/>
                </a:cubicBezTo>
                <a:cubicBezTo>
                  <a:pt x="434462" y="1940794"/>
                  <a:pt x="0" y="1506332"/>
                  <a:pt x="0" y="970397"/>
                </a:cubicBezTo>
                <a:cubicBezTo>
                  <a:pt x="0" y="434462"/>
                  <a:pt x="434462" y="0"/>
                  <a:pt x="97039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B6815D-2F29-945D-3464-0CC04A4BDD9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1978" y="1224098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7">
            <a:extLst>
              <a:ext uri="{FF2B5EF4-FFF2-40B4-BE49-F238E27FC236}">
                <a16:creationId xmlns:a16="http://schemas.microsoft.com/office/drawing/2014/main" id="{F076F1D8-FF55-2842-0A94-7A72939057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76985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15C34F55-096A-47D1-9CBD-49682C86708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270352"/>
            <a:ext cx="5721530" cy="2105638"/>
          </a:xfrm>
          <a:custGeom>
            <a:avLst/>
            <a:gdLst>
              <a:gd name="connsiteX0" fmla="*/ 0 w 5721530"/>
              <a:gd name="connsiteY0" fmla="*/ 0 h 2105638"/>
              <a:gd name="connsiteX1" fmla="*/ 5478539 w 5721530"/>
              <a:gd name="connsiteY1" fmla="*/ 0 h 2105638"/>
              <a:gd name="connsiteX2" fmla="*/ 5721530 w 5721530"/>
              <a:gd name="connsiteY2" fmla="*/ 242991 h 2105638"/>
              <a:gd name="connsiteX3" fmla="*/ 5721530 w 5721530"/>
              <a:gd name="connsiteY3" fmla="*/ 1862647 h 2105638"/>
              <a:gd name="connsiteX4" fmla="*/ 5478539 w 5721530"/>
              <a:gd name="connsiteY4" fmla="*/ 2105638 h 2105638"/>
              <a:gd name="connsiteX5" fmla="*/ 0 w 5721530"/>
              <a:gd name="connsiteY5" fmla="*/ 2105638 h 2105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21530" h="2105638">
                <a:moveTo>
                  <a:pt x="0" y="0"/>
                </a:moveTo>
                <a:lnTo>
                  <a:pt x="5478539" y="0"/>
                </a:lnTo>
                <a:cubicBezTo>
                  <a:pt x="5612739" y="0"/>
                  <a:pt x="5721530" y="108791"/>
                  <a:pt x="5721530" y="242991"/>
                </a:cubicBezTo>
                <a:lnTo>
                  <a:pt x="5721530" y="1862647"/>
                </a:lnTo>
                <a:cubicBezTo>
                  <a:pt x="5721530" y="1996847"/>
                  <a:pt x="5612739" y="2105638"/>
                  <a:pt x="5478539" y="2105638"/>
                </a:cubicBezTo>
                <a:lnTo>
                  <a:pt x="0" y="210563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3749E3C4-AE15-4B36-8062-0ECAE1FF70A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3569810"/>
            <a:ext cx="3189449" cy="2105638"/>
          </a:xfrm>
          <a:custGeom>
            <a:avLst/>
            <a:gdLst>
              <a:gd name="connsiteX0" fmla="*/ 0 w 3189449"/>
              <a:gd name="connsiteY0" fmla="*/ 0 h 2105638"/>
              <a:gd name="connsiteX1" fmla="*/ 2946458 w 3189449"/>
              <a:gd name="connsiteY1" fmla="*/ 0 h 2105638"/>
              <a:gd name="connsiteX2" fmla="*/ 3189449 w 3189449"/>
              <a:gd name="connsiteY2" fmla="*/ 242991 h 2105638"/>
              <a:gd name="connsiteX3" fmla="*/ 3189449 w 3189449"/>
              <a:gd name="connsiteY3" fmla="*/ 1862647 h 2105638"/>
              <a:gd name="connsiteX4" fmla="*/ 2946458 w 3189449"/>
              <a:gd name="connsiteY4" fmla="*/ 2105638 h 2105638"/>
              <a:gd name="connsiteX5" fmla="*/ 0 w 3189449"/>
              <a:gd name="connsiteY5" fmla="*/ 2105638 h 2105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89449" h="2105638">
                <a:moveTo>
                  <a:pt x="0" y="0"/>
                </a:moveTo>
                <a:lnTo>
                  <a:pt x="2946458" y="0"/>
                </a:lnTo>
                <a:cubicBezTo>
                  <a:pt x="3080658" y="0"/>
                  <a:pt x="3189449" y="108791"/>
                  <a:pt x="3189449" y="242991"/>
                </a:cubicBezTo>
                <a:lnTo>
                  <a:pt x="3189449" y="1862647"/>
                </a:lnTo>
                <a:cubicBezTo>
                  <a:pt x="3189449" y="1996847"/>
                  <a:pt x="3080658" y="2105638"/>
                  <a:pt x="2946458" y="2105638"/>
                </a:cubicBezTo>
                <a:lnTo>
                  <a:pt x="0" y="210563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C98A8C-A243-F1B0-CF7C-A8504A15F52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7">
            <a:extLst>
              <a:ext uri="{FF2B5EF4-FFF2-40B4-BE49-F238E27FC236}">
                <a16:creationId xmlns:a16="http://schemas.microsoft.com/office/drawing/2014/main" id="{96052890-F062-A301-BC29-834B47D132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2578147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03078D-59A7-4935-A19F-637387C8D54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3657600"/>
          </a:xfrm>
          <a:custGeom>
            <a:avLst/>
            <a:gdLst>
              <a:gd name="connsiteX0" fmla="*/ 0 w 12192000"/>
              <a:gd name="connsiteY0" fmla="*/ 0 h 3657600"/>
              <a:gd name="connsiteX1" fmla="*/ 12192000 w 12192000"/>
              <a:gd name="connsiteY1" fmla="*/ 0 h 3657600"/>
              <a:gd name="connsiteX2" fmla="*/ 12192000 w 12192000"/>
              <a:gd name="connsiteY2" fmla="*/ 3178875 h 3657600"/>
              <a:gd name="connsiteX3" fmla="*/ 11713275 w 12192000"/>
              <a:gd name="connsiteY3" fmla="*/ 3657600 h 3657600"/>
              <a:gd name="connsiteX4" fmla="*/ 478725 w 12192000"/>
              <a:gd name="connsiteY4" fmla="*/ 3657600 h 3657600"/>
              <a:gd name="connsiteX5" fmla="*/ 0 w 12192000"/>
              <a:gd name="connsiteY5" fmla="*/ 3178875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3657600">
                <a:moveTo>
                  <a:pt x="0" y="0"/>
                </a:moveTo>
                <a:lnTo>
                  <a:pt x="12192000" y="0"/>
                </a:lnTo>
                <a:lnTo>
                  <a:pt x="12192000" y="3178875"/>
                </a:lnTo>
                <a:cubicBezTo>
                  <a:pt x="12192000" y="3443268"/>
                  <a:pt x="11977668" y="3657600"/>
                  <a:pt x="11713275" y="3657600"/>
                </a:cubicBezTo>
                <a:lnTo>
                  <a:pt x="478725" y="3657600"/>
                </a:lnTo>
                <a:cubicBezTo>
                  <a:pt x="214332" y="3657600"/>
                  <a:pt x="0" y="3443268"/>
                  <a:pt x="0" y="3178875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9E57461-E555-4DB4-AFAF-C292005EB92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85257" y="2529349"/>
            <a:ext cx="3918857" cy="2133600"/>
          </a:xfrm>
          <a:custGeom>
            <a:avLst/>
            <a:gdLst>
              <a:gd name="connsiteX0" fmla="*/ 355607 w 3918857"/>
              <a:gd name="connsiteY0" fmla="*/ 0 h 2133600"/>
              <a:gd name="connsiteX1" fmla="*/ 3563250 w 3918857"/>
              <a:gd name="connsiteY1" fmla="*/ 0 h 2133600"/>
              <a:gd name="connsiteX2" fmla="*/ 3918857 w 3918857"/>
              <a:gd name="connsiteY2" fmla="*/ 355607 h 2133600"/>
              <a:gd name="connsiteX3" fmla="*/ 3918857 w 3918857"/>
              <a:gd name="connsiteY3" fmla="*/ 1777993 h 2133600"/>
              <a:gd name="connsiteX4" fmla="*/ 3563250 w 3918857"/>
              <a:gd name="connsiteY4" fmla="*/ 2133600 h 2133600"/>
              <a:gd name="connsiteX5" fmla="*/ 355607 w 3918857"/>
              <a:gd name="connsiteY5" fmla="*/ 2133600 h 2133600"/>
              <a:gd name="connsiteX6" fmla="*/ 0 w 3918857"/>
              <a:gd name="connsiteY6" fmla="*/ 1777993 h 2133600"/>
              <a:gd name="connsiteX7" fmla="*/ 0 w 3918857"/>
              <a:gd name="connsiteY7" fmla="*/ 355607 h 2133600"/>
              <a:gd name="connsiteX8" fmla="*/ 355607 w 3918857"/>
              <a:gd name="connsiteY8" fmla="*/ 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18857" h="2133600">
                <a:moveTo>
                  <a:pt x="355607" y="0"/>
                </a:moveTo>
                <a:lnTo>
                  <a:pt x="3563250" y="0"/>
                </a:lnTo>
                <a:cubicBezTo>
                  <a:pt x="3759646" y="0"/>
                  <a:pt x="3918857" y="159211"/>
                  <a:pt x="3918857" y="355607"/>
                </a:cubicBezTo>
                <a:lnTo>
                  <a:pt x="3918857" y="1777993"/>
                </a:lnTo>
                <a:cubicBezTo>
                  <a:pt x="3918857" y="1974389"/>
                  <a:pt x="3759646" y="2133600"/>
                  <a:pt x="3563250" y="2133600"/>
                </a:cubicBezTo>
                <a:lnTo>
                  <a:pt x="355607" y="2133600"/>
                </a:lnTo>
                <a:cubicBezTo>
                  <a:pt x="159211" y="2133600"/>
                  <a:pt x="0" y="1974389"/>
                  <a:pt x="0" y="1777993"/>
                </a:cubicBezTo>
                <a:lnTo>
                  <a:pt x="0" y="355607"/>
                </a:lnTo>
                <a:cubicBezTo>
                  <a:pt x="0" y="159211"/>
                  <a:pt x="159211" y="0"/>
                  <a:pt x="35560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26CCAC54-BB23-4C64-A868-B190C66730A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549572" y="2529349"/>
            <a:ext cx="3918857" cy="2133600"/>
          </a:xfrm>
          <a:custGeom>
            <a:avLst/>
            <a:gdLst>
              <a:gd name="connsiteX0" fmla="*/ 355607 w 3918857"/>
              <a:gd name="connsiteY0" fmla="*/ 0 h 2133600"/>
              <a:gd name="connsiteX1" fmla="*/ 3563250 w 3918857"/>
              <a:gd name="connsiteY1" fmla="*/ 0 h 2133600"/>
              <a:gd name="connsiteX2" fmla="*/ 3918857 w 3918857"/>
              <a:gd name="connsiteY2" fmla="*/ 355607 h 2133600"/>
              <a:gd name="connsiteX3" fmla="*/ 3918857 w 3918857"/>
              <a:gd name="connsiteY3" fmla="*/ 1777993 h 2133600"/>
              <a:gd name="connsiteX4" fmla="*/ 3563250 w 3918857"/>
              <a:gd name="connsiteY4" fmla="*/ 2133600 h 2133600"/>
              <a:gd name="connsiteX5" fmla="*/ 355607 w 3918857"/>
              <a:gd name="connsiteY5" fmla="*/ 2133600 h 2133600"/>
              <a:gd name="connsiteX6" fmla="*/ 0 w 3918857"/>
              <a:gd name="connsiteY6" fmla="*/ 1777993 h 2133600"/>
              <a:gd name="connsiteX7" fmla="*/ 0 w 3918857"/>
              <a:gd name="connsiteY7" fmla="*/ 355607 h 2133600"/>
              <a:gd name="connsiteX8" fmla="*/ 355607 w 3918857"/>
              <a:gd name="connsiteY8" fmla="*/ 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18857" h="2133600">
                <a:moveTo>
                  <a:pt x="355607" y="0"/>
                </a:moveTo>
                <a:lnTo>
                  <a:pt x="3563250" y="0"/>
                </a:lnTo>
                <a:cubicBezTo>
                  <a:pt x="3759646" y="0"/>
                  <a:pt x="3918857" y="159211"/>
                  <a:pt x="3918857" y="355607"/>
                </a:cubicBezTo>
                <a:lnTo>
                  <a:pt x="3918857" y="1777993"/>
                </a:lnTo>
                <a:cubicBezTo>
                  <a:pt x="3918857" y="1974389"/>
                  <a:pt x="3759646" y="2133600"/>
                  <a:pt x="3563250" y="2133600"/>
                </a:cubicBezTo>
                <a:lnTo>
                  <a:pt x="355607" y="2133600"/>
                </a:lnTo>
                <a:cubicBezTo>
                  <a:pt x="159211" y="2133600"/>
                  <a:pt x="0" y="1974389"/>
                  <a:pt x="0" y="1777993"/>
                </a:cubicBezTo>
                <a:lnTo>
                  <a:pt x="0" y="355607"/>
                </a:lnTo>
                <a:cubicBezTo>
                  <a:pt x="0" y="159211"/>
                  <a:pt x="159211" y="0"/>
                  <a:pt x="35560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032409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FB9C39B-02F3-4BBE-8840-6427287ABFE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905618" y="1293962"/>
            <a:ext cx="3515830" cy="5564038"/>
          </a:xfrm>
          <a:custGeom>
            <a:avLst/>
            <a:gdLst>
              <a:gd name="connsiteX0" fmla="*/ 271352 w 3515830"/>
              <a:gd name="connsiteY0" fmla="*/ 0 h 6165850"/>
              <a:gd name="connsiteX1" fmla="*/ 3244478 w 3515830"/>
              <a:gd name="connsiteY1" fmla="*/ 0 h 6165850"/>
              <a:gd name="connsiteX2" fmla="*/ 3515830 w 3515830"/>
              <a:gd name="connsiteY2" fmla="*/ 271352 h 6165850"/>
              <a:gd name="connsiteX3" fmla="*/ 3515830 w 3515830"/>
              <a:gd name="connsiteY3" fmla="*/ 6165850 h 6165850"/>
              <a:gd name="connsiteX4" fmla="*/ 0 w 3515830"/>
              <a:gd name="connsiteY4" fmla="*/ 6165850 h 6165850"/>
              <a:gd name="connsiteX5" fmla="*/ 0 w 3515830"/>
              <a:gd name="connsiteY5" fmla="*/ 271352 h 6165850"/>
              <a:gd name="connsiteX6" fmla="*/ 271352 w 3515830"/>
              <a:gd name="connsiteY6" fmla="*/ 0 h 6165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15830" h="6165850">
                <a:moveTo>
                  <a:pt x="271352" y="0"/>
                </a:moveTo>
                <a:lnTo>
                  <a:pt x="3244478" y="0"/>
                </a:lnTo>
                <a:cubicBezTo>
                  <a:pt x="3394342" y="0"/>
                  <a:pt x="3515830" y="121488"/>
                  <a:pt x="3515830" y="271352"/>
                </a:cubicBezTo>
                <a:lnTo>
                  <a:pt x="3515830" y="6165850"/>
                </a:lnTo>
                <a:lnTo>
                  <a:pt x="0" y="6165850"/>
                </a:lnTo>
                <a:lnTo>
                  <a:pt x="0" y="271352"/>
                </a:lnTo>
                <a:cubicBezTo>
                  <a:pt x="0" y="121488"/>
                  <a:pt x="121488" y="0"/>
                  <a:pt x="271352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B4600D8C-AA8C-EA2C-7606-F17F7B157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013274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C4DD4B3-3AFA-43CF-B99F-CA54EEA918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08448" y="1228164"/>
            <a:ext cx="2690675" cy="3139355"/>
          </a:xfrm>
          <a:custGeom>
            <a:avLst/>
            <a:gdLst>
              <a:gd name="connsiteX0" fmla="*/ 259758 w 2690675"/>
              <a:gd name="connsiteY0" fmla="*/ 0 h 3139355"/>
              <a:gd name="connsiteX1" fmla="*/ 2430917 w 2690675"/>
              <a:gd name="connsiteY1" fmla="*/ 0 h 3139355"/>
              <a:gd name="connsiteX2" fmla="*/ 2690675 w 2690675"/>
              <a:gd name="connsiteY2" fmla="*/ 259758 h 3139355"/>
              <a:gd name="connsiteX3" fmla="*/ 2690675 w 2690675"/>
              <a:gd name="connsiteY3" fmla="*/ 2879597 h 3139355"/>
              <a:gd name="connsiteX4" fmla="*/ 2430917 w 2690675"/>
              <a:gd name="connsiteY4" fmla="*/ 3139355 h 3139355"/>
              <a:gd name="connsiteX5" fmla="*/ 259758 w 2690675"/>
              <a:gd name="connsiteY5" fmla="*/ 3139355 h 3139355"/>
              <a:gd name="connsiteX6" fmla="*/ 0 w 2690675"/>
              <a:gd name="connsiteY6" fmla="*/ 2879597 h 3139355"/>
              <a:gd name="connsiteX7" fmla="*/ 0 w 2690675"/>
              <a:gd name="connsiteY7" fmla="*/ 259758 h 3139355"/>
              <a:gd name="connsiteX8" fmla="*/ 259758 w 2690675"/>
              <a:gd name="connsiteY8" fmla="*/ 0 h 3139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90675" h="3139355">
                <a:moveTo>
                  <a:pt x="259758" y="0"/>
                </a:moveTo>
                <a:lnTo>
                  <a:pt x="2430917" y="0"/>
                </a:lnTo>
                <a:cubicBezTo>
                  <a:pt x="2574377" y="0"/>
                  <a:pt x="2690675" y="116298"/>
                  <a:pt x="2690675" y="259758"/>
                </a:cubicBezTo>
                <a:lnTo>
                  <a:pt x="2690675" y="2879597"/>
                </a:lnTo>
                <a:cubicBezTo>
                  <a:pt x="2690675" y="3023057"/>
                  <a:pt x="2574377" y="3139355"/>
                  <a:pt x="2430917" y="3139355"/>
                </a:cubicBezTo>
                <a:lnTo>
                  <a:pt x="259758" y="3139355"/>
                </a:lnTo>
                <a:cubicBezTo>
                  <a:pt x="116298" y="3139355"/>
                  <a:pt x="0" y="3023057"/>
                  <a:pt x="0" y="2879597"/>
                </a:cubicBezTo>
                <a:lnTo>
                  <a:pt x="0" y="259758"/>
                </a:lnTo>
                <a:cubicBezTo>
                  <a:pt x="0" y="116298"/>
                  <a:pt x="116298" y="0"/>
                  <a:pt x="259758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BC2389F-06E3-462D-B7A3-54F35FD4242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808448" y="4536141"/>
            <a:ext cx="2690675" cy="2321859"/>
          </a:xfrm>
          <a:custGeom>
            <a:avLst/>
            <a:gdLst>
              <a:gd name="connsiteX0" fmla="*/ 263444 w 2690675"/>
              <a:gd name="connsiteY0" fmla="*/ 0 h 2321859"/>
              <a:gd name="connsiteX1" fmla="*/ 2427231 w 2690675"/>
              <a:gd name="connsiteY1" fmla="*/ 0 h 2321859"/>
              <a:gd name="connsiteX2" fmla="*/ 2690675 w 2690675"/>
              <a:gd name="connsiteY2" fmla="*/ 263444 h 2321859"/>
              <a:gd name="connsiteX3" fmla="*/ 2690675 w 2690675"/>
              <a:gd name="connsiteY3" fmla="*/ 2321859 h 2321859"/>
              <a:gd name="connsiteX4" fmla="*/ 0 w 2690675"/>
              <a:gd name="connsiteY4" fmla="*/ 2321859 h 2321859"/>
              <a:gd name="connsiteX5" fmla="*/ 0 w 2690675"/>
              <a:gd name="connsiteY5" fmla="*/ 263444 h 2321859"/>
              <a:gd name="connsiteX6" fmla="*/ 263444 w 2690675"/>
              <a:gd name="connsiteY6" fmla="*/ 0 h 2321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90675" h="2321859">
                <a:moveTo>
                  <a:pt x="263444" y="0"/>
                </a:moveTo>
                <a:lnTo>
                  <a:pt x="2427231" y="0"/>
                </a:lnTo>
                <a:cubicBezTo>
                  <a:pt x="2572727" y="0"/>
                  <a:pt x="2690675" y="117948"/>
                  <a:pt x="2690675" y="263444"/>
                </a:cubicBezTo>
                <a:lnTo>
                  <a:pt x="2690675" y="2321859"/>
                </a:lnTo>
                <a:lnTo>
                  <a:pt x="0" y="2321859"/>
                </a:lnTo>
                <a:lnTo>
                  <a:pt x="0" y="263444"/>
                </a:lnTo>
                <a:cubicBezTo>
                  <a:pt x="0" y="117948"/>
                  <a:pt x="117948" y="0"/>
                  <a:pt x="26344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9DC799F2-E3CE-CBB6-743F-AF3DED8F57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4318909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1CBC098-2059-47FB-BA1A-9D28FFCE516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96878" y="1386519"/>
            <a:ext cx="4598504" cy="4084962"/>
          </a:xfrm>
          <a:custGeom>
            <a:avLst/>
            <a:gdLst>
              <a:gd name="connsiteX0" fmla="*/ 216219 w 4598504"/>
              <a:gd name="connsiteY0" fmla="*/ 0 h 4084962"/>
              <a:gd name="connsiteX1" fmla="*/ 4382285 w 4598504"/>
              <a:gd name="connsiteY1" fmla="*/ 0 h 4084962"/>
              <a:gd name="connsiteX2" fmla="*/ 4598504 w 4598504"/>
              <a:gd name="connsiteY2" fmla="*/ 224754 h 4084962"/>
              <a:gd name="connsiteX3" fmla="*/ 4598504 w 4598504"/>
              <a:gd name="connsiteY3" fmla="*/ 3860208 h 4084962"/>
              <a:gd name="connsiteX4" fmla="*/ 4382285 w 4598504"/>
              <a:gd name="connsiteY4" fmla="*/ 4084962 h 4084962"/>
              <a:gd name="connsiteX5" fmla="*/ 216219 w 4598504"/>
              <a:gd name="connsiteY5" fmla="*/ 4084962 h 4084962"/>
              <a:gd name="connsiteX6" fmla="*/ 0 w 4598504"/>
              <a:gd name="connsiteY6" fmla="*/ 3860208 h 4084962"/>
              <a:gd name="connsiteX7" fmla="*/ 0 w 4598504"/>
              <a:gd name="connsiteY7" fmla="*/ 224754 h 4084962"/>
              <a:gd name="connsiteX8" fmla="*/ 216219 w 4598504"/>
              <a:gd name="connsiteY8" fmla="*/ 0 h 4084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98504" h="4084962">
                <a:moveTo>
                  <a:pt x="216219" y="0"/>
                </a:moveTo>
                <a:lnTo>
                  <a:pt x="4382285" y="0"/>
                </a:lnTo>
                <a:cubicBezTo>
                  <a:pt x="4501700" y="0"/>
                  <a:pt x="4598504" y="100626"/>
                  <a:pt x="4598504" y="224754"/>
                </a:cubicBezTo>
                <a:lnTo>
                  <a:pt x="4598504" y="3860208"/>
                </a:lnTo>
                <a:cubicBezTo>
                  <a:pt x="4598504" y="3984337"/>
                  <a:pt x="4501700" y="4084962"/>
                  <a:pt x="4382285" y="4084962"/>
                </a:cubicBezTo>
                <a:lnTo>
                  <a:pt x="216219" y="4084962"/>
                </a:lnTo>
                <a:cubicBezTo>
                  <a:pt x="96804" y="4084962"/>
                  <a:pt x="0" y="3984337"/>
                  <a:pt x="0" y="3860208"/>
                </a:cubicBezTo>
                <a:lnTo>
                  <a:pt x="0" y="224754"/>
                </a:lnTo>
                <a:cubicBezTo>
                  <a:pt x="0" y="100626"/>
                  <a:pt x="96804" y="0"/>
                  <a:pt x="216219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0E9AF0-7616-21E3-5C98-061DF965BA9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8939" y="1336001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7">
            <a:extLst>
              <a:ext uri="{FF2B5EF4-FFF2-40B4-BE49-F238E27FC236}">
                <a16:creationId xmlns:a16="http://schemas.microsoft.com/office/drawing/2014/main" id="{F7126D28-1710-8B0A-9FE3-780C7BDB2F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0169269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2E613FC-630F-41A9-8B5F-7E0A9811FE3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58496" y="1636393"/>
            <a:ext cx="4663685" cy="2593429"/>
          </a:xfrm>
          <a:custGeom>
            <a:avLst/>
            <a:gdLst>
              <a:gd name="connsiteX0" fmla="*/ 0 w 4663685"/>
              <a:gd name="connsiteY0" fmla="*/ 0 h 2593429"/>
              <a:gd name="connsiteX1" fmla="*/ 4663685 w 4663685"/>
              <a:gd name="connsiteY1" fmla="*/ 0 h 2593429"/>
              <a:gd name="connsiteX2" fmla="*/ 4663685 w 4663685"/>
              <a:gd name="connsiteY2" fmla="*/ 2593429 h 2593429"/>
              <a:gd name="connsiteX3" fmla="*/ 0 w 4663685"/>
              <a:gd name="connsiteY3" fmla="*/ 2593429 h 2593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63685" h="2593429">
                <a:moveTo>
                  <a:pt x="0" y="0"/>
                </a:moveTo>
                <a:lnTo>
                  <a:pt x="4663685" y="0"/>
                </a:lnTo>
                <a:lnTo>
                  <a:pt x="4663685" y="2593429"/>
                </a:lnTo>
                <a:lnTo>
                  <a:pt x="0" y="25934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8C236A3-B433-0AE0-6F6C-ADA9651FE5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7">
            <a:extLst>
              <a:ext uri="{FF2B5EF4-FFF2-40B4-BE49-F238E27FC236}">
                <a16:creationId xmlns:a16="http://schemas.microsoft.com/office/drawing/2014/main" id="{179E1205-A18D-C19B-8A8D-DE6B6F8A76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42745883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16B878-D898-4DC6-B0C9-591ECD6BB32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08408" y="1184719"/>
            <a:ext cx="3998913" cy="3464418"/>
          </a:xfrm>
          <a:custGeom>
            <a:avLst/>
            <a:gdLst>
              <a:gd name="connsiteX0" fmla="*/ 797719 w 3998913"/>
              <a:gd name="connsiteY0" fmla="*/ 0 h 3464418"/>
              <a:gd name="connsiteX1" fmla="*/ 3998913 w 3998913"/>
              <a:gd name="connsiteY1" fmla="*/ 1042987 h 3464418"/>
              <a:gd name="connsiteX2" fmla="*/ 2955132 w 3998913"/>
              <a:gd name="connsiteY2" fmla="*/ 3464418 h 3464418"/>
              <a:gd name="connsiteX3" fmla="*/ 0 w 3998913"/>
              <a:gd name="connsiteY3" fmla="*/ 2053925 h 3464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98913" h="3464418">
                <a:moveTo>
                  <a:pt x="797719" y="0"/>
                </a:moveTo>
                <a:lnTo>
                  <a:pt x="3998913" y="1042987"/>
                </a:lnTo>
                <a:lnTo>
                  <a:pt x="2955132" y="3464418"/>
                </a:lnTo>
                <a:lnTo>
                  <a:pt x="0" y="205392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D2D6CE0-6ED7-9932-A25D-6C78B96C04D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09816" y="1361260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7">
            <a:extLst>
              <a:ext uri="{FF2B5EF4-FFF2-40B4-BE49-F238E27FC236}">
                <a16:creationId xmlns:a16="http://schemas.microsoft.com/office/drawing/2014/main" id="{B67DA887-9F84-22FB-B421-0661EAAC2F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16323912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3018D256-3379-1261-2756-0E03D91FD6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82182" y="2254310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Content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1734433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/>
            </a:gs>
            <a:gs pos="50000">
              <a:schemeClr val="tx1"/>
            </a:gs>
            <a:gs pos="100000">
              <a:schemeClr val="tx1">
                <a:lumMod val="95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79C91FAB-7600-4BD4-9C63-4F2FF2C19190}"/>
              </a:ext>
            </a:extLst>
          </p:cNvPr>
          <p:cNvGrpSpPr/>
          <p:nvPr userDrawn="1"/>
        </p:nvGrpSpPr>
        <p:grpSpPr>
          <a:xfrm>
            <a:off x="309324" y="3273040"/>
            <a:ext cx="11573353" cy="3587612"/>
            <a:chOff x="309324" y="3273040"/>
            <a:chExt cx="11573353" cy="3587612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033F4D4-3759-9686-A151-BCD88D73B31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580452" y="3273040"/>
              <a:ext cx="61200" cy="266365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07FA6E7-65F0-D157-230E-E133AE5B7C49}"/>
                </a:ext>
              </a:extLst>
            </p:cNvPr>
            <p:cNvSpPr/>
            <p:nvPr userDrawn="1"/>
          </p:nvSpPr>
          <p:spPr>
            <a:xfrm>
              <a:off x="3523144" y="4024394"/>
              <a:ext cx="25200" cy="2582428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49596BA-FA3C-FECA-CE6B-0FE9A75849FF}"/>
                </a:ext>
              </a:extLst>
            </p:cNvPr>
            <p:cNvSpPr/>
            <p:nvPr userDrawn="1"/>
          </p:nvSpPr>
          <p:spPr>
            <a:xfrm>
              <a:off x="6101400" y="4278224"/>
              <a:ext cx="25200" cy="2582428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0DBB012-6E51-E4D2-FD3D-D1018C8824BA}"/>
                </a:ext>
              </a:extLst>
            </p:cNvPr>
            <p:cNvSpPr/>
            <p:nvPr userDrawn="1"/>
          </p:nvSpPr>
          <p:spPr>
            <a:xfrm>
              <a:off x="309324" y="3897479"/>
              <a:ext cx="25200" cy="2582428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5240E645-110E-ADBD-F2D3-778CE36F2F4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429836" y="3689333"/>
              <a:ext cx="61200" cy="266365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C6DBCF7E-5E9B-069B-1C52-7A3DB6F1D58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43656" y="3481186"/>
              <a:ext cx="61200" cy="266365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70128EB-0346-668B-A9B0-67DF00EBB41C}"/>
                </a:ext>
              </a:extLst>
            </p:cNvPr>
            <p:cNvSpPr/>
            <p:nvPr userDrawn="1"/>
          </p:nvSpPr>
          <p:spPr>
            <a:xfrm>
              <a:off x="7372528" y="4151309"/>
              <a:ext cx="25200" cy="2582428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D856A4E8-27FD-BFBA-3828-9942048D1AFA}"/>
                </a:ext>
              </a:extLst>
            </p:cNvPr>
            <p:cNvSpPr/>
            <p:nvPr userDrawn="1"/>
          </p:nvSpPr>
          <p:spPr>
            <a:xfrm>
              <a:off x="944888" y="4912799"/>
              <a:ext cx="25200" cy="1943483"/>
            </a:xfrm>
            <a:custGeom>
              <a:avLst/>
              <a:gdLst>
                <a:gd name="connsiteX0" fmla="*/ 0 w 25200"/>
                <a:gd name="connsiteY0" fmla="*/ 0 h 1178846"/>
                <a:gd name="connsiteX1" fmla="*/ 25200 w 25200"/>
                <a:gd name="connsiteY1" fmla="*/ 0 h 1178846"/>
                <a:gd name="connsiteX2" fmla="*/ 25200 w 25200"/>
                <a:gd name="connsiteY2" fmla="*/ 1178846 h 1178846"/>
                <a:gd name="connsiteX3" fmla="*/ 0 w 25200"/>
                <a:gd name="connsiteY3" fmla="*/ 1178846 h 1178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78846">
                  <a:moveTo>
                    <a:pt x="0" y="0"/>
                  </a:moveTo>
                  <a:lnTo>
                    <a:pt x="25200" y="0"/>
                  </a:lnTo>
                  <a:lnTo>
                    <a:pt x="25200" y="1178846"/>
                  </a:lnTo>
                  <a:lnTo>
                    <a:pt x="0" y="117884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2F409095-60AE-5ED3-A9FE-AFD9AA54D7C5}"/>
                </a:ext>
              </a:extLst>
            </p:cNvPr>
            <p:cNvSpPr/>
            <p:nvPr userDrawn="1"/>
          </p:nvSpPr>
          <p:spPr>
            <a:xfrm>
              <a:off x="2252016" y="5547373"/>
              <a:ext cx="25200" cy="1308908"/>
            </a:xfrm>
            <a:custGeom>
              <a:avLst/>
              <a:gdLst>
                <a:gd name="connsiteX0" fmla="*/ 0 w 25200"/>
                <a:gd name="connsiteY0" fmla="*/ 0 h 793936"/>
                <a:gd name="connsiteX1" fmla="*/ 25200 w 25200"/>
                <a:gd name="connsiteY1" fmla="*/ 0 h 793936"/>
                <a:gd name="connsiteX2" fmla="*/ 25200 w 25200"/>
                <a:gd name="connsiteY2" fmla="*/ 793936 h 793936"/>
                <a:gd name="connsiteX3" fmla="*/ 0 w 25200"/>
                <a:gd name="connsiteY3" fmla="*/ 793936 h 793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93936">
                  <a:moveTo>
                    <a:pt x="0" y="0"/>
                  </a:moveTo>
                  <a:lnTo>
                    <a:pt x="25200" y="0"/>
                  </a:lnTo>
                  <a:lnTo>
                    <a:pt x="25200" y="793936"/>
                  </a:lnTo>
                  <a:lnTo>
                    <a:pt x="0" y="79393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E4F06C35-BD39-D9DE-3580-1DA4138DD320}"/>
                </a:ext>
              </a:extLst>
            </p:cNvPr>
            <p:cNvSpPr/>
            <p:nvPr userDrawn="1"/>
          </p:nvSpPr>
          <p:spPr>
            <a:xfrm>
              <a:off x="2887580" y="5166629"/>
              <a:ext cx="25200" cy="1689653"/>
            </a:xfrm>
            <a:custGeom>
              <a:avLst/>
              <a:gdLst>
                <a:gd name="connsiteX0" fmla="*/ 0 w 25200"/>
                <a:gd name="connsiteY0" fmla="*/ 0 h 1024882"/>
                <a:gd name="connsiteX1" fmla="*/ 25200 w 25200"/>
                <a:gd name="connsiteY1" fmla="*/ 0 h 1024882"/>
                <a:gd name="connsiteX2" fmla="*/ 25200 w 25200"/>
                <a:gd name="connsiteY2" fmla="*/ 1024882 h 1024882"/>
                <a:gd name="connsiteX3" fmla="*/ 0 w 25200"/>
                <a:gd name="connsiteY3" fmla="*/ 1024882 h 1024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024882">
                  <a:moveTo>
                    <a:pt x="0" y="0"/>
                  </a:moveTo>
                  <a:lnTo>
                    <a:pt x="25200" y="0"/>
                  </a:lnTo>
                  <a:lnTo>
                    <a:pt x="25200" y="1024882"/>
                  </a:lnTo>
                  <a:lnTo>
                    <a:pt x="0" y="102488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89246507-7C93-EE4C-21C0-E1CF0DD19F41}"/>
                </a:ext>
              </a:extLst>
            </p:cNvPr>
            <p:cNvSpPr/>
            <p:nvPr userDrawn="1"/>
          </p:nvSpPr>
          <p:spPr>
            <a:xfrm>
              <a:off x="4158708" y="4405139"/>
              <a:ext cx="25200" cy="2451143"/>
            </a:xfrm>
            <a:custGeom>
              <a:avLst/>
              <a:gdLst>
                <a:gd name="connsiteX0" fmla="*/ 0 w 25200"/>
                <a:gd name="connsiteY0" fmla="*/ 0 h 1486774"/>
                <a:gd name="connsiteX1" fmla="*/ 25200 w 25200"/>
                <a:gd name="connsiteY1" fmla="*/ 0 h 1486774"/>
                <a:gd name="connsiteX2" fmla="*/ 25200 w 25200"/>
                <a:gd name="connsiteY2" fmla="*/ 1486774 h 1486774"/>
                <a:gd name="connsiteX3" fmla="*/ 0 w 25200"/>
                <a:gd name="connsiteY3" fmla="*/ 1486774 h 1486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86774">
                  <a:moveTo>
                    <a:pt x="0" y="0"/>
                  </a:moveTo>
                  <a:lnTo>
                    <a:pt x="25200" y="0"/>
                  </a:lnTo>
                  <a:lnTo>
                    <a:pt x="25200" y="1486774"/>
                  </a:lnTo>
                  <a:lnTo>
                    <a:pt x="0" y="148677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E36B2EDF-FA8B-0FF0-B921-AD246B9C4F0D}"/>
                </a:ext>
              </a:extLst>
            </p:cNvPr>
            <p:cNvSpPr/>
            <p:nvPr userDrawn="1"/>
          </p:nvSpPr>
          <p:spPr>
            <a:xfrm>
              <a:off x="4794272" y="4532054"/>
              <a:ext cx="25200" cy="2324228"/>
            </a:xfrm>
            <a:custGeom>
              <a:avLst/>
              <a:gdLst>
                <a:gd name="connsiteX0" fmla="*/ 0 w 25200"/>
                <a:gd name="connsiteY0" fmla="*/ 0 h 1409792"/>
                <a:gd name="connsiteX1" fmla="*/ 25200 w 25200"/>
                <a:gd name="connsiteY1" fmla="*/ 0 h 1409792"/>
                <a:gd name="connsiteX2" fmla="*/ 25200 w 25200"/>
                <a:gd name="connsiteY2" fmla="*/ 1409792 h 1409792"/>
                <a:gd name="connsiteX3" fmla="*/ 0 w 25200"/>
                <a:gd name="connsiteY3" fmla="*/ 1409792 h 1409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09792">
                  <a:moveTo>
                    <a:pt x="0" y="0"/>
                  </a:moveTo>
                  <a:lnTo>
                    <a:pt x="25200" y="0"/>
                  </a:lnTo>
                  <a:lnTo>
                    <a:pt x="25200" y="1409792"/>
                  </a:lnTo>
                  <a:lnTo>
                    <a:pt x="0" y="140979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A302EA32-D69C-3C2D-A97F-3DE91E991140}"/>
                </a:ext>
              </a:extLst>
            </p:cNvPr>
            <p:cNvSpPr/>
            <p:nvPr userDrawn="1"/>
          </p:nvSpPr>
          <p:spPr>
            <a:xfrm>
              <a:off x="6736964" y="5674288"/>
              <a:ext cx="25200" cy="1181993"/>
            </a:xfrm>
            <a:custGeom>
              <a:avLst/>
              <a:gdLst>
                <a:gd name="connsiteX0" fmla="*/ 0 w 25200"/>
                <a:gd name="connsiteY0" fmla="*/ 0 h 716954"/>
                <a:gd name="connsiteX1" fmla="*/ 25200 w 25200"/>
                <a:gd name="connsiteY1" fmla="*/ 0 h 716954"/>
                <a:gd name="connsiteX2" fmla="*/ 25200 w 25200"/>
                <a:gd name="connsiteY2" fmla="*/ 716954 h 716954"/>
                <a:gd name="connsiteX3" fmla="*/ 0 w 25200"/>
                <a:gd name="connsiteY3" fmla="*/ 716954 h 71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16954">
                  <a:moveTo>
                    <a:pt x="0" y="0"/>
                  </a:moveTo>
                  <a:lnTo>
                    <a:pt x="25200" y="0"/>
                  </a:lnTo>
                  <a:lnTo>
                    <a:pt x="25200" y="716954"/>
                  </a:lnTo>
                  <a:lnTo>
                    <a:pt x="0" y="71695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60149D19-3080-E0DB-ECC1-E6B14E5A9525}"/>
                </a:ext>
              </a:extLst>
            </p:cNvPr>
            <p:cNvSpPr/>
            <p:nvPr userDrawn="1"/>
          </p:nvSpPr>
          <p:spPr>
            <a:xfrm>
              <a:off x="8008092" y="5039714"/>
              <a:ext cx="25200" cy="1816568"/>
            </a:xfrm>
            <a:custGeom>
              <a:avLst/>
              <a:gdLst>
                <a:gd name="connsiteX0" fmla="*/ 0 w 25200"/>
                <a:gd name="connsiteY0" fmla="*/ 0 h 1101864"/>
                <a:gd name="connsiteX1" fmla="*/ 25200 w 25200"/>
                <a:gd name="connsiteY1" fmla="*/ 0 h 1101864"/>
                <a:gd name="connsiteX2" fmla="*/ 25200 w 25200"/>
                <a:gd name="connsiteY2" fmla="*/ 1101864 h 1101864"/>
                <a:gd name="connsiteX3" fmla="*/ 0 w 25200"/>
                <a:gd name="connsiteY3" fmla="*/ 1101864 h 1101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01864">
                  <a:moveTo>
                    <a:pt x="0" y="0"/>
                  </a:moveTo>
                  <a:lnTo>
                    <a:pt x="25200" y="0"/>
                  </a:lnTo>
                  <a:lnTo>
                    <a:pt x="25200" y="1101864"/>
                  </a:lnTo>
                  <a:lnTo>
                    <a:pt x="0" y="110186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73C35910-DE2C-5F17-06B5-86CF42CCC189}"/>
                </a:ext>
              </a:extLst>
            </p:cNvPr>
            <p:cNvSpPr/>
            <p:nvPr userDrawn="1"/>
          </p:nvSpPr>
          <p:spPr>
            <a:xfrm>
              <a:off x="9315220" y="4785884"/>
              <a:ext cx="25200" cy="2070398"/>
            </a:xfrm>
            <a:custGeom>
              <a:avLst/>
              <a:gdLst>
                <a:gd name="connsiteX0" fmla="*/ 0 w 25200"/>
                <a:gd name="connsiteY0" fmla="*/ 0 h 1255828"/>
                <a:gd name="connsiteX1" fmla="*/ 25200 w 25200"/>
                <a:gd name="connsiteY1" fmla="*/ 0 h 1255828"/>
                <a:gd name="connsiteX2" fmla="*/ 25200 w 25200"/>
                <a:gd name="connsiteY2" fmla="*/ 1255828 h 1255828"/>
                <a:gd name="connsiteX3" fmla="*/ 0 w 25200"/>
                <a:gd name="connsiteY3" fmla="*/ 1255828 h 1255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255828">
                  <a:moveTo>
                    <a:pt x="0" y="0"/>
                  </a:moveTo>
                  <a:lnTo>
                    <a:pt x="25200" y="0"/>
                  </a:lnTo>
                  <a:lnTo>
                    <a:pt x="25200" y="1255828"/>
                  </a:lnTo>
                  <a:lnTo>
                    <a:pt x="0" y="125582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C55CF612-C43B-51DF-975B-0DFDF01B422F}"/>
                </a:ext>
              </a:extLst>
            </p:cNvPr>
            <p:cNvSpPr/>
            <p:nvPr userDrawn="1"/>
          </p:nvSpPr>
          <p:spPr>
            <a:xfrm>
              <a:off x="9950784" y="5420459"/>
              <a:ext cx="25200" cy="1435823"/>
            </a:xfrm>
            <a:custGeom>
              <a:avLst/>
              <a:gdLst>
                <a:gd name="connsiteX0" fmla="*/ 0 w 25200"/>
                <a:gd name="connsiteY0" fmla="*/ 0 h 870918"/>
                <a:gd name="connsiteX1" fmla="*/ 25200 w 25200"/>
                <a:gd name="connsiteY1" fmla="*/ 0 h 870918"/>
                <a:gd name="connsiteX2" fmla="*/ 25200 w 25200"/>
                <a:gd name="connsiteY2" fmla="*/ 870918 h 870918"/>
                <a:gd name="connsiteX3" fmla="*/ 0 w 25200"/>
                <a:gd name="connsiteY3" fmla="*/ 870918 h 87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870918">
                  <a:moveTo>
                    <a:pt x="0" y="0"/>
                  </a:moveTo>
                  <a:lnTo>
                    <a:pt x="25200" y="0"/>
                  </a:lnTo>
                  <a:lnTo>
                    <a:pt x="25200" y="870918"/>
                  </a:lnTo>
                  <a:lnTo>
                    <a:pt x="0" y="87091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1B778DA9-F800-B347-3086-3C3B52FC983A}"/>
                </a:ext>
              </a:extLst>
            </p:cNvPr>
            <p:cNvSpPr/>
            <p:nvPr userDrawn="1"/>
          </p:nvSpPr>
          <p:spPr>
            <a:xfrm>
              <a:off x="10586348" y="5801197"/>
              <a:ext cx="25200" cy="1055086"/>
            </a:xfrm>
            <a:custGeom>
              <a:avLst/>
              <a:gdLst>
                <a:gd name="connsiteX0" fmla="*/ 0 w 25200"/>
                <a:gd name="connsiteY0" fmla="*/ 0 h 639977"/>
                <a:gd name="connsiteX1" fmla="*/ 25200 w 25200"/>
                <a:gd name="connsiteY1" fmla="*/ 0 h 639977"/>
                <a:gd name="connsiteX2" fmla="*/ 25200 w 25200"/>
                <a:gd name="connsiteY2" fmla="*/ 639977 h 639977"/>
                <a:gd name="connsiteX3" fmla="*/ 0 w 25200"/>
                <a:gd name="connsiteY3" fmla="*/ 639977 h 639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639977">
                  <a:moveTo>
                    <a:pt x="0" y="0"/>
                  </a:moveTo>
                  <a:lnTo>
                    <a:pt x="25200" y="0"/>
                  </a:lnTo>
                  <a:lnTo>
                    <a:pt x="25200" y="639977"/>
                  </a:lnTo>
                  <a:lnTo>
                    <a:pt x="0" y="639977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9D60B837-3C73-ABDF-1D45-51DD74F22FE3}"/>
                </a:ext>
              </a:extLst>
            </p:cNvPr>
            <p:cNvSpPr/>
            <p:nvPr userDrawn="1"/>
          </p:nvSpPr>
          <p:spPr>
            <a:xfrm>
              <a:off x="11221912" y="4658969"/>
              <a:ext cx="25200" cy="2197313"/>
            </a:xfrm>
            <a:custGeom>
              <a:avLst/>
              <a:gdLst>
                <a:gd name="connsiteX0" fmla="*/ 0 w 25200"/>
                <a:gd name="connsiteY0" fmla="*/ 0 h 1332810"/>
                <a:gd name="connsiteX1" fmla="*/ 25200 w 25200"/>
                <a:gd name="connsiteY1" fmla="*/ 0 h 1332810"/>
                <a:gd name="connsiteX2" fmla="*/ 25200 w 25200"/>
                <a:gd name="connsiteY2" fmla="*/ 1332810 h 1332810"/>
                <a:gd name="connsiteX3" fmla="*/ 0 w 25200"/>
                <a:gd name="connsiteY3" fmla="*/ 1332810 h 133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332810">
                  <a:moveTo>
                    <a:pt x="0" y="0"/>
                  </a:moveTo>
                  <a:lnTo>
                    <a:pt x="25200" y="0"/>
                  </a:lnTo>
                  <a:lnTo>
                    <a:pt x="25200" y="1332810"/>
                  </a:lnTo>
                  <a:lnTo>
                    <a:pt x="0" y="133281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9FD26E8D-68B6-0C0F-31F1-2B45F2035DDB}"/>
                </a:ext>
              </a:extLst>
            </p:cNvPr>
            <p:cNvSpPr/>
            <p:nvPr userDrawn="1"/>
          </p:nvSpPr>
          <p:spPr>
            <a:xfrm>
              <a:off x="11857477" y="5293544"/>
              <a:ext cx="25200" cy="1562738"/>
            </a:xfrm>
            <a:custGeom>
              <a:avLst/>
              <a:gdLst>
                <a:gd name="connsiteX0" fmla="*/ 0 w 25200"/>
                <a:gd name="connsiteY0" fmla="*/ 0 h 947900"/>
                <a:gd name="connsiteX1" fmla="*/ 25200 w 25200"/>
                <a:gd name="connsiteY1" fmla="*/ 0 h 947900"/>
                <a:gd name="connsiteX2" fmla="*/ 25200 w 25200"/>
                <a:gd name="connsiteY2" fmla="*/ 947900 h 947900"/>
                <a:gd name="connsiteX3" fmla="*/ 0 w 25200"/>
                <a:gd name="connsiteY3" fmla="*/ 947900 h 947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947900">
                  <a:moveTo>
                    <a:pt x="0" y="0"/>
                  </a:moveTo>
                  <a:lnTo>
                    <a:pt x="25200" y="0"/>
                  </a:lnTo>
                  <a:lnTo>
                    <a:pt x="25200" y="947900"/>
                  </a:lnTo>
                  <a:lnTo>
                    <a:pt x="0" y="94790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97C2ACBA-5639-4B2A-8BF7-098ABF023151}"/>
              </a:ext>
            </a:extLst>
          </p:cNvPr>
          <p:cNvSpPr txBox="1"/>
          <p:nvPr userDrawn="1"/>
        </p:nvSpPr>
        <p:spPr>
          <a:xfrm>
            <a:off x="309523" y="378023"/>
            <a:ext cx="19919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PowerShell + DevOps </a:t>
            </a:r>
            <a:r>
              <a:rPr lang="en-US" sz="1400" b="1" kern="1200">
                <a:gradFill flip="none" rotWithShape="1">
                  <a:gsLst>
                    <a:gs pos="0">
                      <a:schemeClr val="accent3"/>
                    </a:gs>
                    <a:gs pos="100000">
                      <a:schemeClr val="accent4"/>
                    </a:gs>
                  </a:gsLst>
                  <a:lin ang="270000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Global Summit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37BFD9-1464-4228-FCE9-787B77E2F4BB}"/>
              </a:ext>
            </a:extLst>
          </p:cNvPr>
          <p:cNvSpPr txBox="1"/>
          <p:nvPr userDrawn="1"/>
        </p:nvSpPr>
        <p:spPr>
          <a:xfrm>
            <a:off x="5050772" y="6201827"/>
            <a:ext cx="1991947" cy="307777"/>
          </a:xfrm>
          <a:prstGeom prst="rect">
            <a:avLst/>
          </a:prstGeom>
          <a:solidFill>
            <a:srgbClr val="2298B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April 13-16</a:t>
            </a:r>
            <a:r>
              <a:rPr lang="en-US" sz="1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, 2026</a:t>
            </a:r>
          </a:p>
        </p:txBody>
      </p:sp>
      <p:pic>
        <p:nvPicPr>
          <p:cNvPr id="7" name="Picture 6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E00CA1F1-F557-714B-4166-78EB6EB1A08E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9739775" y="185585"/>
            <a:ext cx="2177038" cy="523221"/>
          </a:xfrm>
          <a:prstGeom prst="rect">
            <a:avLst/>
          </a:prstGeom>
        </p:spPr>
      </p:pic>
      <p:pic>
        <p:nvPicPr>
          <p:cNvPr id="2" name="Picture 2" descr="See the source image">
            <a:extLst>
              <a:ext uri="{FF2B5EF4-FFF2-40B4-BE49-F238E27FC236}">
                <a16:creationId xmlns:a16="http://schemas.microsoft.com/office/drawing/2014/main" id="{8BC9188D-0421-911F-9F07-68606BC9BD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1" y="6212412"/>
            <a:ext cx="1482436" cy="522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8225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64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  <p:sldLayoutId id="2147483659" r:id="rId12"/>
    <p:sldLayoutId id="2147483661" r:id="rId13"/>
    <p:sldLayoutId id="2147483662" r:id="rId14"/>
    <p:sldLayoutId id="2147483663" r:id="rId15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coryknox.dev/link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hyperlink" Target="https://pester.dev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hyperlink" Target="https://kitchen.ci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0892E-2B02-A8EA-DF08-FA5DF8381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8BC4FC3E-03B9-0D61-98FE-2E2524B983AB}"/>
              </a:ext>
            </a:extLst>
          </p:cNvPr>
          <p:cNvSpPr txBox="1"/>
          <p:nvPr/>
        </p:nvSpPr>
        <p:spPr>
          <a:xfrm>
            <a:off x="196647" y="1402445"/>
            <a:ext cx="1179870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tabLst>
                <a:tab pos="3835400" algn="l"/>
              </a:tabLst>
            </a:pPr>
            <a:r>
              <a:rPr lang="en-US" sz="54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Space Grotesk"/>
              </a:rPr>
              <a:t>Using Pester with Test Kitchen to thoroughly test your Chocolatey Packages</a:t>
            </a:r>
            <a:endParaRPr lang="en-US" sz="3600" b="1" dirty="0">
              <a:ln>
                <a:solidFill>
                  <a:schemeClr val="bg1"/>
                </a:solidFill>
              </a:ln>
              <a:gradFill flip="none" rotWithShape="1">
                <a:gsLst>
                  <a:gs pos="0">
                    <a:schemeClr val="accent1"/>
                  </a:gs>
                  <a:gs pos="99000">
                    <a:schemeClr val="accent2"/>
                  </a:gs>
                </a:gsLst>
                <a:lin ang="0" scaled="1"/>
                <a:tileRect/>
              </a:gradFill>
              <a:latin typeface="Space Grotesk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830123B-B0E0-65F4-F5F6-A48CD5106895}"/>
              </a:ext>
            </a:extLst>
          </p:cNvPr>
          <p:cNvSpPr txBox="1"/>
          <p:nvPr/>
        </p:nvSpPr>
        <p:spPr>
          <a:xfrm>
            <a:off x="3363958" y="3960262"/>
            <a:ext cx="5290495" cy="432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 spc="400" dirty="0">
                <a:solidFill>
                  <a:schemeClr val="bg1"/>
                </a:solidFill>
                <a:latin typeface="Play" panose="00000500000000000000" pitchFamily="2" charset="0"/>
                <a:cs typeface="Space Grotesk" pitchFamily="2" charset="0"/>
              </a:rPr>
              <a:t>Cory Knox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21B63FB-3615-9793-36F4-334632E10050}"/>
              </a:ext>
            </a:extLst>
          </p:cNvPr>
          <p:cNvSpPr/>
          <p:nvPr/>
        </p:nvSpPr>
        <p:spPr>
          <a:xfrm>
            <a:off x="3368799" y="3984537"/>
            <a:ext cx="5285657" cy="439362"/>
          </a:xfrm>
          <a:prstGeom prst="roundRect">
            <a:avLst>
              <a:gd name="adj" fmla="val 18112"/>
            </a:avLst>
          </a:prstGeom>
          <a:noFill/>
          <a:ln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chemeClr val="accent1"/>
                  </a:gs>
                  <a:gs pos="99000">
                    <a:schemeClr val="accent2"/>
                  </a:gs>
                </a:gsLst>
                <a:lin ang="0" scaled="1"/>
              </a:gra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3AD43A6-4FD2-0E6B-A999-35BD31F5DC2D}"/>
              </a:ext>
            </a:extLst>
          </p:cNvPr>
          <p:cNvSpPr/>
          <p:nvPr/>
        </p:nvSpPr>
        <p:spPr>
          <a:xfrm>
            <a:off x="3363959" y="4686913"/>
            <a:ext cx="5340895" cy="439362"/>
          </a:xfrm>
          <a:prstGeom prst="roundRect">
            <a:avLst>
              <a:gd name="adj" fmla="val 18112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chemeClr val="accent1"/>
                  </a:gs>
                  <a:gs pos="99000">
                    <a:schemeClr val="accent2"/>
                  </a:gs>
                </a:gsLst>
                <a:lin ang="0" scaled="1"/>
              </a:gra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4E16762-07B5-CB68-D58F-AE5B7266F18D}"/>
              </a:ext>
            </a:extLst>
          </p:cNvPr>
          <p:cNvSpPr txBox="1"/>
          <p:nvPr/>
        </p:nvSpPr>
        <p:spPr>
          <a:xfrm>
            <a:off x="3363958" y="4685990"/>
            <a:ext cx="5340895" cy="42934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1" spc="400" dirty="0">
                <a:latin typeface="Play"/>
                <a:cs typeface="Space Grotesk" pitchFamily="2" charset="0"/>
              </a:rPr>
              <a:t>@coryknox.dev</a:t>
            </a:r>
          </a:p>
        </p:txBody>
      </p:sp>
    </p:spTree>
    <p:extLst>
      <p:ext uri="{BB962C8B-B14F-4D97-AF65-F5344CB8AC3E}">
        <p14:creationId xmlns:p14="http://schemas.microsoft.com/office/powerpoint/2010/main" val="4093902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41B67-D833-DDF7-A0E8-473975C3C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CBB37EBB-99CD-1776-D172-58F2D6E09A3B}"/>
              </a:ext>
            </a:extLst>
          </p:cNvPr>
          <p:cNvSpPr txBox="1"/>
          <p:nvPr/>
        </p:nvSpPr>
        <p:spPr>
          <a:xfrm>
            <a:off x="196647" y="1402445"/>
            <a:ext cx="1179870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tabLst>
                <a:tab pos="3835400" algn="l"/>
              </a:tabLst>
            </a:pPr>
            <a:r>
              <a:rPr lang="en-US" sz="54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Space Grotesk"/>
              </a:rPr>
              <a:t>Pestering</a:t>
            </a:r>
          </a:p>
          <a:p>
            <a:pPr algn="ctr">
              <a:tabLst>
                <a:tab pos="3835400" algn="l"/>
              </a:tabLst>
            </a:pPr>
            <a:r>
              <a:rPr lang="en-US" sz="5400" b="1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Space Grotesk"/>
              </a:rPr>
              <a:t>about in </a:t>
            </a:r>
            <a:r>
              <a:rPr lang="en-US" sz="54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Space Grotesk"/>
              </a:rPr>
              <a:t>the</a:t>
            </a:r>
          </a:p>
          <a:p>
            <a:pPr algn="ctr">
              <a:tabLst>
                <a:tab pos="3835400" algn="l"/>
              </a:tabLst>
            </a:pPr>
            <a:r>
              <a:rPr lang="en-US" sz="54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Space Grotesk"/>
              </a:rPr>
              <a:t>(Test) Kitchen</a:t>
            </a:r>
            <a:endParaRPr lang="en-US" sz="3600" b="1" dirty="0">
              <a:ln>
                <a:solidFill>
                  <a:schemeClr val="bg1"/>
                </a:solidFill>
              </a:ln>
              <a:gradFill flip="none" rotWithShape="1">
                <a:gsLst>
                  <a:gs pos="0">
                    <a:schemeClr val="accent1"/>
                  </a:gs>
                  <a:gs pos="99000">
                    <a:schemeClr val="accent2"/>
                  </a:gs>
                </a:gsLst>
                <a:lin ang="0" scaled="1"/>
                <a:tileRect/>
              </a:gradFill>
              <a:latin typeface="Space Grotesk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D0DFEB-FE7A-FD69-9B3F-D93088944866}"/>
              </a:ext>
            </a:extLst>
          </p:cNvPr>
          <p:cNvSpPr txBox="1"/>
          <p:nvPr/>
        </p:nvSpPr>
        <p:spPr>
          <a:xfrm>
            <a:off x="3363958" y="3960262"/>
            <a:ext cx="5290495" cy="432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 spc="400" dirty="0">
                <a:solidFill>
                  <a:schemeClr val="bg1"/>
                </a:solidFill>
                <a:latin typeface="Play" panose="00000500000000000000" pitchFamily="2" charset="0"/>
                <a:cs typeface="Space Grotesk" pitchFamily="2" charset="0"/>
              </a:rPr>
              <a:t>Cory Knox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8B04E07-09F1-3632-C6E0-66D127B7AA74}"/>
              </a:ext>
            </a:extLst>
          </p:cNvPr>
          <p:cNvSpPr/>
          <p:nvPr/>
        </p:nvSpPr>
        <p:spPr>
          <a:xfrm>
            <a:off x="3368799" y="3984537"/>
            <a:ext cx="5285657" cy="439362"/>
          </a:xfrm>
          <a:prstGeom prst="roundRect">
            <a:avLst>
              <a:gd name="adj" fmla="val 18112"/>
            </a:avLst>
          </a:prstGeom>
          <a:noFill/>
          <a:ln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chemeClr val="accent1"/>
                  </a:gs>
                  <a:gs pos="99000">
                    <a:schemeClr val="accent2"/>
                  </a:gs>
                </a:gsLst>
                <a:lin ang="0" scaled="1"/>
              </a:gra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9CE0715-8FCE-C0DD-1A6B-085849A94307}"/>
              </a:ext>
            </a:extLst>
          </p:cNvPr>
          <p:cNvSpPr/>
          <p:nvPr/>
        </p:nvSpPr>
        <p:spPr>
          <a:xfrm>
            <a:off x="3363959" y="4686913"/>
            <a:ext cx="5340895" cy="439362"/>
          </a:xfrm>
          <a:prstGeom prst="roundRect">
            <a:avLst>
              <a:gd name="adj" fmla="val 18112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chemeClr val="accent1"/>
                  </a:gs>
                  <a:gs pos="99000">
                    <a:schemeClr val="accent2"/>
                  </a:gs>
                </a:gsLst>
                <a:lin ang="0" scaled="1"/>
              </a:gra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3A4C96-C46A-4601-C18A-37EB66B5EA63}"/>
              </a:ext>
            </a:extLst>
          </p:cNvPr>
          <p:cNvSpPr txBox="1"/>
          <p:nvPr/>
        </p:nvSpPr>
        <p:spPr>
          <a:xfrm>
            <a:off x="3363958" y="4685990"/>
            <a:ext cx="5340895" cy="42934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1" spc="400" dirty="0">
                <a:latin typeface="Play"/>
                <a:cs typeface="Space Grotesk" pitchFamily="2" charset="0"/>
              </a:rPr>
              <a:t>@coryknox.dev</a:t>
            </a:r>
          </a:p>
        </p:txBody>
      </p:sp>
    </p:spTree>
    <p:extLst>
      <p:ext uri="{BB962C8B-B14F-4D97-AF65-F5344CB8AC3E}">
        <p14:creationId xmlns:p14="http://schemas.microsoft.com/office/powerpoint/2010/main" val="2707638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B19AB3D-FC55-EC05-59A1-32359151A7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30CD78-2FC3-E43E-F8C6-22D2E26E2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4464"/>
            <a:ext cx="12192000" cy="5529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19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1A2BFD-3698-0F3F-D678-2CB95DF180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62375" y="1992193"/>
            <a:ext cx="9903723" cy="3832535"/>
          </a:xfrm>
        </p:spPr>
        <p:txBody>
          <a:bodyPr/>
          <a:lstStyle/>
          <a:p>
            <a:r>
              <a:rPr lang="en-US" dirty="0"/>
              <a:t>I do </a:t>
            </a:r>
            <a:r>
              <a:rPr lang="en-US" dirty="0" err="1"/>
              <a:t>computery</a:t>
            </a:r>
            <a:r>
              <a:rPr lang="en-US" dirty="0"/>
              <a:t> type things</a:t>
            </a:r>
          </a:p>
          <a:p>
            <a:r>
              <a:rPr lang="en-US" dirty="0"/>
              <a:t>They work</a:t>
            </a:r>
          </a:p>
          <a:p>
            <a:r>
              <a:rPr lang="en-US" dirty="0"/>
              <a:t>Sometimes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6AF0CB7-4834-0ED5-3797-C28694E44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About 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81C738-2FF6-8707-27FD-E9027F51D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6280" y="2089404"/>
            <a:ext cx="2679192" cy="26791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57CB0E-1B60-3EF5-FB0E-418658F13E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767" y="1879092"/>
            <a:ext cx="2664217" cy="26943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D41075-8C73-F9D7-C18C-89BB9F45CE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2596" y="4785688"/>
            <a:ext cx="2089404" cy="2089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032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27635-6EF6-B4AB-BA84-14B3561B8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5FBC91C-85F5-2061-687C-72A061DEF9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62375" y="1992193"/>
            <a:ext cx="9903723" cy="3832535"/>
          </a:xfrm>
        </p:spPr>
        <p:txBody>
          <a:bodyPr/>
          <a:lstStyle/>
          <a:p>
            <a:r>
              <a:rPr lang="en-US" dirty="0"/>
              <a:t>I do </a:t>
            </a:r>
            <a:r>
              <a:rPr lang="en-US" dirty="0" err="1"/>
              <a:t>computery</a:t>
            </a:r>
            <a:r>
              <a:rPr lang="en-US" dirty="0"/>
              <a:t> type things</a:t>
            </a:r>
          </a:p>
          <a:p>
            <a:r>
              <a:rPr lang="en-US" dirty="0"/>
              <a:t>They work</a:t>
            </a:r>
          </a:p>
          <a:p>
            <a:r>
              <a:rPr lang="en-US" dirty="0"/>
              <a:t>Sometimes</a:t>
            </a:r>
          </a:p>
          <a:p>
            <a:r>
              <a:rPr lang="en-US" dirty="0"/>
              <a:t>Software Engineer @ Chocolatey Software</a:t>
            </a:r>
          </a:p>
          <a:p>
            <a:r>
              <a:rPr lang="en-US" dirty="0"/>
              <a:t>10 years in End User Computer support</a:t>
            </a:r>
          </a:p>
          <a:p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I’m on the internets: </a:t>
            </a:r>
            <a:r>
              <a:rPr lang="en-US" dirty="0" err="1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coryknox.dev</a:t>
            </a:r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/links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A9EE073-6770-0BA2-B6C1-CB66DD7D7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About 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3304A0-F01D-222F-12AE-249F411E5C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6280" y="2089404"/>
            <a:ext cx="2679192" cy="26791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B7D6FD5-1971-D554-5EC1-85D61A99CC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2596" y="4768596"/>
            <a:ext cx="2089404" cy="2089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850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E8EF04A-F2E8-D55D-1582-770FF32EF4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 work mostly with Windows systems.</a:t>
            </a:r>
          </a:p>
          <a:p>
            <a:r>
              <a:rPr lang="en-US" dirty="0"/>
              <a:t>Chocolatey works mostly with Windows systems.</a:t>
            </a:r>
          </a:p>
          <a:p>
            <a:r>
              <a:rPr lang="en-US" dirty="0"/>
              <a:t>Test Kitchen does not have that restriction.</a:t>
            </a:r>
          </a:p>
          <a:p>
            <a:r>
              <a:rPr lang="en-US" dirty="0"/>
              <a:t>While I’ll be showing Windows focused commands and configurations, they should work under any operating system.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156AF8B-4B1E-68F1-8658-C74A38DE5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Small disclaimer</a:t>
            </a:r>
          </a:p>
        </p:txBody>
      </p:sp>
    </p:spTree>
    <p:extLst>
      <p:ext uri="{BB962C8B-B14F-4D97-AF65-F5344CB8AC3E}">
        <p14:creationId xmlns:p14="http://schemas.microsoft.com/office/powerpoint/2010/main" val="656810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110BCC1-E570-0D0B-A5FB-2B7E9495A0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The test framework for PowerShell</a:t>
            </a:r>
          </a:p>
          <a:p>
            <a:endParaRPr lang="en-US" dirty="0"/>
          </a:p>
          <a:p>
            <a:r>
              <a:rPr lang="en-US" dirty="0"/>
              <a:t>Pester is the ubiquitous test and mock framework for PowerShell</a:t>
            </a:r>
          </a:p>
          <a:p>
            <a:endParaRPr lang="en-US" dirty="0"/>
          </a:p>
          <a:p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https://pester.dev</a:t>
            </a:r>
            <a:r>
              <a:rPr lang="en-US" dirty="0"/>
              <a:t>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3476F9-2FC4-2943-DD5A-0B3C613C3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Pester?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F74E87-9C3C-190D-64CF-18BB221BD4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8024" y="4764024"/>
            <a:ext cx="2093976" cy="2093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42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056DDE9-4971-B52E-6EC4-BD89274102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Test Execution platform</a:t>
            </a:r>
          </a:p>
          <a:p>
            <a:endParaRPr lang="en-US" dirty="0"/>
          </a:p>
          <a:p>
            <a:r>
              <a:rPr lang="en-US" dirty="0"/>
              <a:t>Allows simultaneous execution of tests on one or more platforms</a:t>
            </a:r>
          </a:p>
          <a:p>
            <a:endParaRPr lang="en-US" dirty="0"/>
          </a:p>
          <a:p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https://kitchen.ci</a:t>
            </a:r>
            <a:r>
              <a:rPr lang="en-US" dirty="0"/>
              <a:t>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409FCB4-92F8-A0C3-1111-9B896081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350" y="184216"/>
            <a:ext cx="8143337" cy="1325563"/>
          </a:xfrm>
        </p:spPr>
        <p:txBody>
          <a:bodyPr/>
          <a:lstStyle/>
          <a:p>
            <a:r>
              <a:rPr lang="en-US" dirty="0"/>
              <a:t>What is Test Kitchen?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0B0BAE-D606-12AE-31BA-4A12780B5E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8024" y="4768544"/>
            <a:ext cx="2093976" cy="2093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21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4CEB32D-4240-FBEC-E1F9-697051A4D50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Identify issues with specific environments</a:t>
            </a:r>
          </a:p>
          <a:p>
            <a:r>
              <a:rPr lang="en-US" dirty="0"/>
              <a:t>Enable test reporting</a:t>
            </a:r>
          </a:p>
          <a:p>
            <a:r>
              <a:rPr lang="en-US" dirty="0"/>
              <a:t>Enable concurrent testing across environments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F5CF648-AEB3-6A52-061C-0F0420B09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can it help</a:t>
            </a:r>
          </a:p>
        </p:txBody>
      </p:sp>
    </p:spTree>
    <p:extLst>
      <p:ext uri="{BB962C8B-B14F-4D97-AF65-F5344CB8AC3E}">
        <p14:creationId xmlns:p14="http://schemas.microsoft.com/office/powerpoint/2010/main" val="36734388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AC2FF18-1FC6-8A82-86A0-FEB3E85B7D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EE8A8A2-71AC-50D7-D743-88B9E02D3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 issues in</a:t>
            </a:r>
            <a:br>
              <a:rPr lang="en-US" dirty="0"/>
            </a:br>
            <a:r>
              <a:rPr lang="en-US" dirty="0"/>
              <a:t>specific environments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D27435-F2CC-C68C-7938-8EBCDD9807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92193"/>
            <a:ext cx="12192000" cy="5040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734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04C0128-5E66-F024-AC95-EA4B005F77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A73CABE-5072-73C1-C26F-2D1E72AAA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Reporting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9EC772-70F2-59D8-7BF3-7E323F8CDD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54267"/>
            <a:ext cx="12192000" cy="2549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8254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F68E1BA-C7DC-7FEA-ADB8-C033C29AF1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Test Kitchen (part of Chef Workstation)</a:t>
            </a:r>
          </a:p>
          <a:p>
            <a:pPr lvl="1"/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choco install chef-workstation</a:t>
            </a:r>
          </a:p>
          <a:p>
            <a:r>
              <a:rPr lang="en-US" dirty="0"/>
              <a:t>kitchen-pester (</a:t>
            </a:r>
            <a:r>
              <a:rPr lang="en-US" dirty="0" err="1"/>
              <a:t>Rubygem</a:t>
            </a:r>
            <a:r>
              <a:rPr lang="en-US" dirty="0"/>
              <a:t> that runs Pester within Test Kitchen)</a:t>
            </a:r>
          </a:p>
          <a:p>
            <a:pPr lvl="1"/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chef gem install kitchen-pester</a:t>
            </a:r>
          </a:p>
          <a:p>
            <a:r>
              <a:rPr lang="en-US" dirty="0"/>
              <a:t>Your driver (Test Kitchen component that runs the environments)</a:t>
            </a:r>
          </a:p>
          <a:p>
            <a:pPr lvl="1"/>
            <a:r>
              <a:rPr lang="en-US" dirty="0"/>
              <a:t>For this demo, we’ll use Vagrant with Hyper-V backing…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B36CAB3-3FFE-C7DE-EC95-79D7C1659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needed</a:t>
            </a:r>
          </a:p>
        </p:txBody>
      </p:sp>
    </p:spTree>
    <p:extLst>
      <p:ext uri="{BB962C8B-B14F-4D97-AF65-F5344CB8AC3E}">
        <p14:creationId xmlns:p14="http://schemas.microsoft.com/office/powerpoint/2010/main" val="2785400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707F597-06CB-E414-6449-C8607024E9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Initialize the repository</a:t>
            </a:r>
          </a:p>
          <a:p>
            <a:pPr lvl="1"/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git </a:t>
            </a:r>
            <a:r>
              <a:rPr lang="en-US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init</a:t>
            </a:r>
            <a:endParaRPr lang="en-US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dirty="0"/>
              <a:t>Initialize the Test Kitchen </a:t>
            </a:r>
            <a:r>
              <a:rPr lang="en-US" dirty="0" err="1"/>
              <a:t>enironment</a:t>
            </a:r>
            <a:endParaRPr lang="en-US" dirty="0"/>
          </a:p>
          <a:p>
            <a:pPr lvl="1"/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kitchen </a:t>
            </a:r>
            <a:r>
              <a:rPr lang="en-US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init</a:t>
            </a:r>
            <a:endParaRPr lang="en-US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dirty="0"/>
              <a:t>??? - Do some edits of the configuration</a:t>
            </a:r>
          </a:p>
          <a:p>
            <a:pPr lvl="1"/>
            <a:r>
              <a:rPr lang="en-US" dirty="0"/>
              <a:t>Honestly, this is usually easier to just take existing ones as a starting place</a:t>
            </a:r>
          </a:p>
          <a:p>
            <a:r>
              <a:rPr lang="en-US" dirty="0"/>
              <a:t>Profit!!! 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147835D-D42A-BC25-2583-14FFC53E1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the kitchen</a:t>
            </a:r>
          </a:p>
        </p:txBody>
      </p:sp>
    </p:spTree>
    <p:extLst>
      <p:ext uri="{BB962C8B-B14F-4D97-AF65-F5344CB8AC3E}">
        <p14:creationId xmlns:p14="http://schemas.microsoft.com/office/powerpoint/2010/main" val="1468671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D1EF966-E681-ABC3-874E-A3B8AA8DEB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62373" y="3057318"/>
            <a:ext cx="9903723" cy="2293937"/>
          </a:xfrm>
        </p:spPr>
        <p:txBody>
          <a:bodyPr/>
          <a:lstStyle/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kitchen &lt;command&gt; [&lt;instance-name-regex&gt;]</a:t>
            </a:r>
          </a:p>
          <a:p>
            <a:pPr lvl="1"/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&lt;command&gt;</a:t>
            </a:r>
            <a:r>
              <a:rPr lang="en-US" dirty="0"/>
              <a:t> - The Test Kitchen command to run</a:t>
            </a:r>
          </a:p>
          <a:p>
            <a:pPr lvl="1"/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[&lt;instance-name-regex&gt;]</a:t>
            </a:r>
            <a:r>
              <a:rPr lang="en-US" dirty="0"/>
              <a:t> - The Test Kitchen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ADA8E8E-16E8-7801-ED64-26A3506AB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Anatomy of a</a:t>
            </a:r>
            <a:br>
              <a:rPr lang="en-US" dirty="0"/>
            </a:br>
            <a:r>
              <a:rPr lang="en-US" dirty="0"/>
              <a:t>Test Kitchen</a:t>
            </a:r>
            <a:br>
              <a:rPr lang="en-US" dirty="0"/>
            </a:br>
            <a:r>
              <a:rPr lang="en-US" dirty="0"/>
              <a:t>command</a:t>
            </a:r>
          </a:p>
        </p:txBody>
      </p:sp>
    </p:spTree>
    <p:extLst>
      <p:ext uri="{BB962C8B-B14F-4D97-AF65-F5344CB8AC3E}">
        <p14:creationId xmlns:p14="http://schemas.microsoft.com/office/powerpoint/2010/main" val="1806687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8BA9D24-9E8B-5C53-C26B-9360E711B8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list – List state of each suite</a:t>
            </a: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create – Create VMs for each suite</a:t>
            </a: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converge – Install software on VMs</a:t>
            </a: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setup – Honestly, I’m not sure</a:t>
            </a:r>
          </a:p>
          <a:p>
            <a:r>
              <a:rPr lang="en-US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verify </a:t>
            </a: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– Run your tests</a:t>
            </a: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destroy – Shutdown and delete VMs</a:t>
            </a: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test – destroy then run through all levels</a:t>
            </a:r>
          </a:p>
          <a:p>
            <a:endParaRPr lang="en-US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C962E44-6241-34F9-F17A-15FF745D3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Kitchen</a:t>
            </a:r>
            <a:br>
              <a:rPr lang="en-US" dirty="0"/>
            </a:br>
            <a:r>
              <a:rPr lang="en-US" dirty="0"/>
              <a:t>lifecycle</a:t>
            </a:r>
          </a:p>
        </p:txBody>
      </p:sp>
    </p:spTree>
    <p:extLst>
      <p:ext uri="{BB962C8B-B14F-4D97-AF65-F5344CB8AC3E}">
        <p14:creationId xmlns:p14="http://schemas.microsoft.com/office/powerpoint/2010/main" val="28210417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BFAF9FC-D626-7BDD-9664-9E619369CC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B68DE0-A884-9585-2FD0-4BAB9B70D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time?</a:t>
            </a:r>
          </a:p>
        </p:txBody>
      </p:sp>
    </p:spTree>
    <p:extLst>
      <p:ext uri="{BB962C8B-B14F-4D97-AF65-F5344CB8AC3E}">
        <p14:creationId xmlns:p14="http://schemas.microsoft.com/office/powerpoint/2010/main" val="34313371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6D6D52E-321F-7891-27D1-FAB0D8DDA10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4C8A2F0-9229-0307-121A-EB3CE916E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4883954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95610F-322B-4DD1-8AA0-F9773EDD4C17}"/>
              </a:ext>
            </a:extLst>
          </p:cNvPr>
          <p:cNvSpPr txBox="1"/>
          <p:nvPr/>
        </p:nvSpPr>
        <p:spPr>
          <a:xfrm>
            <a:off x="929862" y="577865"/>
            <a:ext cx="10323517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tabLst>
                <a:tab pos="3835400" algn="l"/>
              </a:tabLst>
              <a:defRPr sz="180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defRPr>
            </a:lvl1pPr>
          </a:lstStyle>
          <a:p>
            <a:r>
              <a:rPr lang="en-US" sz="12500" dirty="0">
                <a:ln>
                  <a:solidFill>
                    <a:schemeClr val="bg1"/>
                  </a:solidFill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</a:rPr>
              <a:t>THANK YOU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3C9207-59EB-04DC-C4D8-A685A328FC4D}"/>
              </a:ext>
            </a:extLst>
          </p:cNvPr>
          <p:cNvSpPr txBox="1"/>
          <p:nvPr/>
        </p:nvSpPr>
        <p:spPr>
          <a:xfrm>
            <a:off x="892549" y="2911146"/>
            <a:ext cx="10395162" cy="2554545"/>
          </a:xfrm>
          <a:prstGeom prst="rect">
            <a:avLst/>
          </a:pr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3499211612">
                  <a:custGeom>
                    <a:avLst/>
                    <a:gdLst>
                      <a:gd name="connsiteX0" fmla="*/ 0 w 10395162"/>
                      <a:gd name="connsiteY0" fmla="*/ 0 h 2554545"/>
                      <a:gd name="connsiteX1" fmla="*/ 10395162 w 10395162"/>
                      <a:gd name="connsiteY1" fmla="*/ 0 h 2554545"/>
                      <a:gd name="connsiteX2" fmla="*/ 10395162 w 10395162"/>
                      <a:gd name="connsiteY2" fmla="*/ 2554545 h 2554545"/>
                      <a:gd name="connsiteX3" fmla="*/ 0 w 10395162"/>
                      <a:gd name="connsiteY3" fmla="*/ 2554545 h 2554545"/>
                      <a:gd name="connsiteX4" fmla="*/ 0 w 10395162"/>
                      <a:gd name="connsiteY4" fmla="*/ 0 h 255454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395162" h="2554545" fill="none" extrusionOk="0">
                        <a:moveTo>
                          <a:pt x="0" y="0"/>
                        </a:moveTo>
                        <a:cubicBezTo>
                          <a:pt x="3985294" y="-149972"/>
                          <a:pt x="6523629" y="85198"/>
                          <a:pt x="10395162" y="0"/>
                        </a:cubicBezTo>
                        <a:cubicBezTo>
                          <a:pt x="10564573" y="1174859"/>
                          <a:pt x="10480716" y="1646850"/>
                          <a:pt x="10395162" y="2554545"/>
                        </a:cubicBezTo>
                        <a:cubicBezTo>
                          <a:pt x="6590769" y="2645921"/>
                          <a:pt x="1602055" y="2548488"/>
                          <a:pt x="0" y="2554545"/>
                        </a:cubicBezTo>
                        <a:cubicBezTo>
                          <a:pt x="-92943" y="1774908"/>
                          <a:pt x="-168235" y="1020494"/>
                          <a:pt x="0" y="0"/>
                        </a:cubicBezTo>
                        <a:close/>
                      </a:path>
                      <a:path w="10395162" h="2554545" stroke="0" extrusionOk="0">
                        <a:moveTo>
                          <a:pt x="0" y="0"/>
                        </a:moveTo>
                        <a:cubicBezTo>
                          <a:pt x="1857884" y="-113254"/>
                          <a:pt x="8375565" y="102601"/>
                          <a:pt x="10395162" y="0"/>
                        </a:cubicBezTo>
                        <a:cubicBezTo>
                          <a:pt x="10342337" y="1023273"/>
                          <a:pt x="10518336" y="1768550"/>
                          <a:pt x="10395162" y="2554545"/>
                        </a:cubicBezTo>
                        <a:cubicBezTo>
                          <a:pt x="6772999" y="2610355"/>
                          <a:pt x="4536916" y="2723503"/>
                          <a:pt x="0" y="2554545"/>
                        </a:cubicBezTo>
                        <a:cubicBezTo>
                          <a:pt x="-144930" y="2188085"/>
                          <a:pt x="-18259" y="364776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5400" b="1" cap="small" spc="400" dirty="0">
                <a:solidFill>
                  <a:schemeClr val="bg1"/>
                </a:solidFill>
                <a:latin typeface="Cambria"/>
                <a:ea typeface="Cambria"/>
                <a:cs typeface="Space Grotesk" pitchFamily="2" charset="0"/>
              </a:rPr>
              <a:t>Feedback is a gift</a:t>
            </a:r>
            <a:br>
              <a:rPr lang="en-US" sz="5400" b="1" cap="small" spc="400" dirty="0">
                <a:latin typeface="Space"/>
                <a:cs typeface="Space Grotesk" pitchFamily="2" charset="0"/>
              </a:rPr>
            </a:b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4400" b="1" cap="small" spc="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Please review this session </a:t>
            </a:r>
          </a:p>
          <a:p>
            <a:pPr algn="ctr"/>
            <a:r>
              <a:rPr lang="en-US" sz="4400" b="1" cap="small" spc="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via the mobile App</a:t>
            </a:r>
            <a:endParaRPr lang="en-US" sz="4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B4C12DB-2D4D-6777-8D8B-0B0A0FFA82B7}"/>
              </a:ext>
            </a:extLst>
          </p:cNvPr>
          <p:cNvCxnSpPr>
            <a:cxnSpLocks/>
          </p:cNvCxnSpPr>
          <p:nvPr/>
        </p:nvCxnSpPr>
        <p:spPr>
          <a:xfrm>
            <a:off x="898419" y="3911600"/>
            <a:ext cx="1039516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4387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rgbClr val="000000"/>
      </a:dk1>
      <a:lt1>
        <a:sysClr val="window" lastClr="FFFFFF"/>
      </a:lt1>
      <a:dk2>
        <a:srgbClr val="323232"/>
      </a:dk2>
      <a:lt2>
        <a:srgbClr val="E3DED1"/>
      </a:lt2>
      <a:accent1>
        <a:srgbClr val="2B2D78"/>
      </a:accent1>
      <a:accent2>
        <a:srgbClr val="92278F"/>
      </a:accent2>
      <a:accent3>
        <a:srgbClr val="00AEEF"/>
      </a:accent3>
      <a:accent4>
        <a:srgbClr val="92278F"/>
      </a:accent4>
      <a:accent5>
        <a:srgbClr val="0082C6"/>
      </a:accent5>
      <a:accent6>
        <a:srgbClr val="C19859"/>
      </a:accent6>
      <a:hlink>
        <a:srgbClr val="92278F"/>
      </a:hlink>
      <a:folHlink>
        <a:srgbClr val="92278F"/>
      </a:folHlink>
    </a:clrScheme>
    <a:fontScheme name="Custom 1">
      <a:majorFont>
        <a:latin typeface="Space "/>
        <a:ea typeface=""/>
        <a:cs typeface=""/>
      </a:majorFont>
      <a:minorFont>
        <a:latin typeface="Play 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ummit2026.potx" id="{EAD79910-7D38-4248-8471-89829DF109E8}" vid="{C5755631-9F23-45EB-AB5B-B74820954B8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a649edd-3005-4233-a3e7-8a8d225fe916" xsi:nil="true"/>
    <lcf76f155ced4ddcb4097134ff3c332f xmlns="5716c540-f2cb-4866-ac44-22c3da4c8498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0898A77C9D58B48B3D389FB6B71E66B" ma:contentTypeVersion="17" ma:contentTypeDescription="Create a new document." ma:contentTypeScope="" ma:versionID="efacb11f427cb0a88b245a21667b355e">
  <xsd:schema xmlns:xsd="http://www.w3.org/2001/XMLSchema" xmlns:xs="http://www.w3.org/2001/XMLSchema" xmlns:p="http://schemas.microsoft.com/office/2006/metadata/properties" xmlns:ns2="ca649edd-3005-4233-a3e7-8a8d225fe916" xmlns:ns3="5716c540-f2cb-4866-ac44-22c3da4c8498" targetNamespace="http://schemas.microsoft.com/office/2006/metadata/properties" ma:root="true" ma:fieldsID="7d66e34a69efbc1f01a67fcf9f1d58c2" ns2:_="" ns3:_="">
    <xsd:import namespace="ca649edd-3005-4233-a3e7-8a8d225fe916"/>
    <xsd:import namespace="5716c540-f2cb-4866-ac44-22c3da4c849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  <xsd:element ref="ns3:lcf76f155ced4ddcb4097134ff3c332f" minOccurs="0"/>
                <xsd:element ref="ns2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649edd-3005-4233-a3e7-8a8d225fe91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26532ddb-0539-4ec4-8aaa-822e44af7a13}" ma:internalName="TaxCatchAll" ma:showField="CatchAllData" ma:web="ca649edd-3005-4233-a3e7-8a8d225fe91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16c540-f2cb-4866-ac44-22c3da4c84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b4adaadb-c18e-4b42-95dd-bcb8504af31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7B3771F-02E9-4BEE-AE04-07949018D5BF}">
  <ds:schemaRefs>
    <ds:schemaRef ds:uri="5716c540-f2cb-4866-ac44-22c3da4c8498"/>
    <ds:schemaRef ds:uri="ca649edd-3005-4233-a3e7-8a8d225fe91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B9D37D00-0CCE-41F8-AFAD-3AE3642D56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a649edd-3005-4233-a3e7-8a8d225fe916"/>
    <ds:schemaRef ds:uri="5716c540-f2cb-4866-ac44-22c3da4c849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EED9375-ABFC-47C9-99E2-11F11E7CDC10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a70051d7-ca08-4339-bade-6d710a2ff616}" enabled="0" method="" siteId="{a70051d7-ca08-4339-bade-6d710a2ff61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Summit2026</Template>
  <TotalTime>1974</TotalTime>
  <Words>380</Words>
  <Application>Microsoft Office PowerPoint</Application>
  <PresentationFormat>Widescreen</PresentationFormat>
  <Paragraphs>77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Calibri</vt:lpstr>
      <vt:lpstr>Cambria</vt:lpstr>
      <vt:lpstr>Cascadia Code</vt:lpstr>
      <vt:lpstr>Play</vt:lpstr>
      <vt:lpstr>Play </vt:lpstr>
      <vt:lpstr>Space</vt:lpstr>
      <vt:lpstr>Space Grotesk</vt:lpstr>
      <vt:lpstr>Office Theme</vt:lpstr>
      <vt:lpstr>PowerPoint Presentation</vt:lpstr>
      <vt:lpstr>PowerPoint Presentation</vt:lpstr>
      <vt:lpstr>PowerPoint Presentation</vt:lpstr>
      <vt:lpstr>About me</vt:lpstr>
      <vt:lpstr>About me</vt:lpstr>
      <vt:lpstr>Small disclaimer</vt:lpstr>
      <vt:lpstr>What is Pester? </vt:lpstr>
      <vt:lpstr>What is Test Kitchen?</vt:lpstr>
      <vt:lpstr>How can it help</vt:lpstr>
      <vt:lpstr>Identify issues in specific environments</vt:lpstr>
      <vt:lpstr>Reporting</vt:lpstr>
      <vt:lpstr>What’s needed</vt:lpstr>
      <vt:lpstr>Building the kitchen</vt:lpstr>
      <vt:lpstr>Anatomy of a Test Kitchen command</vt:lpstr>
      <vt:lpstr>Test Kitchen lifecycle</vt:lpstr>
      <vt:lpstr>Demo time?</vt:lpstr>
      <vt:lpstr>Questions?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Cory Knox</dc:creator>
  <cp:keywords/>
  <dc:description/>
  <cp:lastModifiedBy>Cory Knox</cp:lastModifiedBy>
  <cp:revision>8</cp:revision>
  <dcterms:created xsi:type="dcterms:W3CDTF">2026-03-21T16:18:26Z</dcterms:created>
  <dcterms:modified xsi:type="dcterms:W3CDTF">2026-04-13T16:19:58Z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0x010100C0898A77C9D58B48B3D389FB6B71E66B</vt:lpwstr>
  </property>
</Properties>
</file>