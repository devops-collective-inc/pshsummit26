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71" r:id="rId6"/>
    <p:sldId id="1634" r:id="rId7"/>
    <p:sldId id="1636" r:id="rId8"/>
    <p:sldId id="270" r:id="rId9"/>
    <p:sldId id="1640" r:id="rId10"/>
    <p:sldId id="263" r:id="rId11"/>
    <p:sldId id="1639" r:id="rId12"/>
    <p:sldId id="1637" r:id="rId13"/>
    <p:sldId id="163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pos="384" userDrawn="1">
          <p15:clr>
            <a:srgbClr val="A4A3A4"/>
          </p15:clr>
        </p15:guide>
        <p15:guide id="5" orient="horz" pos="3936" userDrawn="1">
          <p15:clr>
            <a:srgbClr val="A4A3A4"/>
          </p15:clr>
        </p15:guide>
        <p15:guide id="6" orient="horz" pos="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D78"/>
    <a:srgbClr val="92278F"/>
    <a:srgbClr val="000000"/>
    <a:srgbClr val="7030A0"/>
    <a:srgbClr val="229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2A2A09-B42E-4D4E-9665-3A98DC3BA0FD}" v="62" dt="2026-04-14T20:04:26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48" autoAdjust="0"/>
    <p:restoredTop sz="94660"/>
  </p:normalViewPr>
  <p:slideViewPr>
    <p:cSldViewPr snapToGrid="0">
      <p:cViewPr varScale="1">
        <p:scale>
          <a:sx n="77" d="100"/>
          <a:sy n="77" d="100"/>
        </p:scale>
        <p:origin x="885" y="267"/>
      </p:cViewPr>
      <p:guideLst>
        <p:guide orient="horz" pos="2160"/>
        <p:guide pos="3840"/>
        <p:guide pos="7296"/>
        <p:guide pos="384"/>
        <p:guide orient="horz" pos="3936"/>
        <p:guide orient="horz" pos="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Dowst" userId="4580c877364ac88e" providerId="LiveId" clId="{A53D3467-9E29-4C3E-BBE5-40AEF7A6B72D}"/>
    <pc:docChg chg="undo custSel addSld delSld modSld sldOrd">
      <pc:chgData name="Matthew Dowst" userId="4580c877364ac88e" providerId="LiveId" clId="{A53D3467-9E29-4C3E-BBE5-40AEF7A6B72D}" dt="2026-04-14T22:54:02.755" v="409" actId="14100"/>
      <pc:docMkLst>
        <pc:docMk/>
      </pc:docMkLst>
      <pc:sldChg chg="addSp modSp mod">
        <pc:chgData name="Matthew Dowst" userId="4580c877364ac88e" providerId="LiveId" clId="{A53D3467-9E29-4C3E-BBE5-40AEF7A6B72D}" dt="2026-04-12T12:50:05.491" v="100" actId="20577"/>
        <pc:sldMkLst>
          <pc:docMk/>
          <pc:sldMk cId="3331109375" sldId="256"/>
        </pc:sldMkLst>
        <pc:spChg chg="mod">
          <ac:chgData name="Matthew Dowst" userId="4580c877364ac88e" providerId="LiveId" clId="{A53D3467-9E29-4C3E-BBE5-40AEF7A6B72D}" dt="2026-04-12T12:49:04.800" v="38" actId="20577"/>
          <ac:spMkLst>
            <pc:docMk/>
            <pc:sldMk cId="3331109375" sldId="256"/>
            <ac:spMk id="22" creationId="{D73641AE-B080-7FF6-1C78-E41F6FD55660}"/>
          </ac:spMkLst>
        </pc:spChg>
        <pc:spChg chg="mod">
          <ac:chgData name="Matthew Dowst" userId="4580c877364ac88e" providerId="LiveId" clId="{A53D3467-9E29-4C3E-BBE5-40AEF7A6B72D}" dt="2026-04-12T12:50:00.530" v="93" actId="20577"/>
          <ac:spMkLst>
            <pc:docMk/>
            <pc:sldMk cId="3331109375" sldId="256"/>
            <ac:spMk id="23" creationId="{9ED6FF6D-E209-303E-C09F-D0BED1E668CB}"/>
          </ac:spMkLst>
        </pc:spChg>
        <pc:spChg chg="mod">
          <ac:chgData name="Matthew Dowst" userId="4580c877364ac88e" providerId="LiveId" clId="{A53D3467-9E29-4C3E-BBE5-40AEF7A6B72D}" dt="2026-04-12T12:50:05.491" v="100" actId="20577"/>
          <ac:spMkLst>
            <pc:docMk/>
            <pc:sldMk cId="3331109375" sldId="256"/>
            <ac:spMk id="27" creationId="{A26ABA97-73EA-77D4-BF16-AECA3FC29EBF}"/>
          </ac:spMkLst>
        </pc:spChg>
        <pc:spChg chg="add mod">
          <ac:chgData name="Matthew Dowst" userId="4580c877364ac88e" providerId="LiveId" clId="{A53D3467-9E29-4C3E-BBE5-40AEF7A6B72D}" dt="2026-04-12T12:49:52.596" v="80" actId="1076"/>
          <ac:spMkLst>
            <pc:docMk/>
            <pc:sldMk cId="3331109375" sldId="256"/>
            <ac:spMk id="28" creationId="{581A04D2-33C3-E417-4425-BFE74093DE7B}"/>
          </ac:spMkLst>
        </pc:spChg>
      </pc:sldChg>
      <pc:sldChg chg="modSp add mod ord setBg">
        <pc:chgData name="Matthew Dowst" userId="4580c877364ac88e" providerId="LiveId" clId="{A53D3467-9E29-4C3E-BBE5-40AEF7A6B72D}" dt="2026-04-12T13:07:30.718" v="259" actId="14100"/>
        <pc:sldMkLst>
          <pc:docMk/>
          <pc:sldMk cId="2901130417" sldId="263"/>
        </pc:sldMkLst>
        <pc:spChg chg="mod">
          <ac:chgData name="Matthew Dowst" userId="4580c877364ac88e" providerId="LiveId" clId="{A53D3467-9E29-4C3E-BBE5-40AEF7A6B72D}" dt="2026-04-12T13:05:34.164" v="239" actId="20577"/>
          <ac:spMkLst>
            <pc:docMk/>
            <pc:sldMk cId="2901130417" sldId="263"/>
            <ac:spMk id="15" creationId="{BFE5AF17-EE26-B48B-C25A-07EA13AFBD5B}"/>
          </ac:spMkLst>
        </pc:spChg>
        <pc:spChg chg="mod">
          <ac:chgData name="Matthew Dowst" userId="4580c877364ac88e" providerId="LiveId" clId="{A53D3467-9E29-4C3E-BBE5-40AEF7A6B72D}" dt="2026-04-12T13:05:11.879" v="221" actId="20577"/>
          <ac:spMkLst>
            <pc:docMk/>
            <pc:sldMk cId="2901130417" sldId="263"/>
            <ac:spMk id="17" creationId="{736AAC7B-0D36-F666-A137-D0AB79B1BD16}"/>
          </ac:spMkLst>
        </pc:spChg>
        <pc:spChg chg="mod">
          <ac:chgData name="Matthew Dowst" userId="4580c877364ac88e" providerId="LiveId" clId="{A53D3467-9E29-4C3E-BBE5-40AEF7A6B72D}" dt="2026-04-12T13:03:06.418" v="204" actId="207"/>
          <ac:spMkLst>
            <pc:docMk/>
            <pc:sldMk cId="2901130417" sldId="263"/>
            <ac:spMk id="38" creationId="{1778C29D-A79F-46A3-F35E-5F9EFB30BA92}"/>
          </ac:spMkLst>
        </pc:spChg>
        <pc:spChg chg="mod">
          <ac:chgData name="Matthew Dowst" userId="4580c877364ac88e" providerId="LiveId" clId="{A53D3467-9E29-4C3E-BBE5-40AEF7A6B72D}" dt="2026-04-12T13:03:37.674" v="208" actId="207"/>
          <ac:spMkLst>
            <pc:docMk/>
            <pc:sldMk cId="2901130417" sldId="263"/>
            <ac:spMk id="39" creationId="{4DB7F236-7B2D-796A-DCAC-D6DB218C7F38}"/>
          </ac:spMkLst>
        </pc:spChg>
        <pc:spChg chg="mod">
          <ac:chgData name="Matthew Dowst" userId="4580c877364ac88e" providerId="LiveId" clId="{A53D3467-9E29-4C3E-BBE5-40AEF7A6B72D}" dt="2026-04-12T13:03:24.175" v="206" actId="207"/>
          <ac:spMkLst>
            <pc:docMk/>
            <pc:sldMk cId="2901130417" sldId="263"/>
            <ac:spMk id="40" creationId="{1F4AFFDB-4C74-1ADB-BDC4-8383F48EE369}"/>
          </ac:spMkLst>
        </pc:spChg>
        <pc:spChg chg="mod">
          <ac:chgData name="Matthew Dowst" userId="4580c877364ac88e" providerId="LiveId" clId="{A53D3467-9E29-4C3E-BBE5-40AEF7A6B72D}" dt="2026-04-12T13:03:09.933" v="205" actId="207"/>
          <ac:spMkLst>
            <pc:docMk/>
            <pc:sldMk cId="2901130417" sldId="263"/>
            <ac:spMk id="41" creationId="{F49949A6-40FE-C7DD-5DC2-763DF5B887A5}"/>
          </ac:spMkLst>
        </pc:spChg>
        <pc:spChg chg="mod">
          <ac:chgData name="Matthew Dowst" userId="4580c877364ac88e" providerId="LiveId" clId="{A53D3467-9E29-4C3E-BBE5-40AEF7A6B72D}" dt="2026-04-12T13:03:45.104" v="209" actId="1076"/>
          <ac:spMkLst>
            <pc:docMk/>
            <pc:sldMk cId="2901130417" sldId="263"/>
            <ac:spMk id="42" creationId="{88AADC9C-D143-0D13-9421-8A65D2270799}"/>
          </ac:spMkLst>
        </pc:spChg>
        <pc:spChg chg="mod">
          <ac:chgData name="Matthew Dowst" userId="4580c877364ac88e" providerId="LiveId" clId="{A53D3467-9E29-4C3E-BBE5-40AEF7A6B72D}" dt="2026-04-12T13:05:05.873" v="216" actId="20577"/>
          <ac:spMkLst>
            <pc:docMk/>
            <pc:sldMk cId="2901130417" sldId="263"/>
            <ac:spMk id="50" creationId="{6B4A6E02-AF79-E7CC-624B-0257E49A3663}"/>
          </ac:spMkLst>
        </pc:spChg>
        <pc:spChg chg="mod">
          <ac:chgData name="Matthew Dowst" userId="4580c877364ac88e" providerId="LiveId" clId="{A53D3467-9E29-4C3E-BBE5-40AEF7A6B72D}" dt="2026-04-12T13:05:25.701" v="235" actId="20577"/>
          <ac:spMkLst>
            <pc:docMk/>
            <pc:sldMk cId="2901130417" sldId="263"/>
            <ac:spMk id="56" creationId="{9E93EAA7-CFD4-7F36-3CB7-B33D2B058885}"/>
          </ac:spMkLst>
        </pc:spChg>
        <pc:spChg chg="mod">
          <ac:chgData name="Matthew Dowst" userId="4580c877364ac88e" providerId="LiveId" clId="{A53D3467-9E29-4C3E-BBE5-40AEF7A6B72D}" dt="2026-04-12T13:05:43.780" v="252" actId="20577"/>
          <ac:spMkLst>
            <pc:docMk/>
            <pc:sldMk cId="2901130417" sldId="263"/>
            <ac:spMk id="65" creationId="{F25D37CB-6D8C-DDEE-73CB-E898375F692D}"/>
          </ac:spMkLst>
        </pc:spChg>
        <pc:spChg chg="mod">
          <ac:chgData name="Matthew Dowst" userId="4580c877364ac88e" providerId="LiveId" clId="{A53D3467-9E29-4C3E-BBE5-40AEF7A6B72D}" dt="2026-04-12T13:02:13.458" v="199" actId="1036"/>
          <ac:spMkLst>
            <pc:docMk/>
            <pc:sldMk cId="2901130417" sldId="263"/>
            <ac:spMk id="78" creationId="{2848989C-70AB-9865-389F-3444E1F5D473}"/>
          </ac:spMkLst>
        </pc:spChg>
        <pc:spChg chg="mod">
          <ac:chgData name="Matthew Dowst" userId="4580c877364ac88e" providerId="LiveId" clId="{A53D3467-9E29-4C3E-BBE5-40AEF7A6B72D}" dt="2026-04-12T13:02:13.458" v="199" actId="1036"/>
          <ac:spMkLst>
            <pc:docMk/>
            <pc:sldMk cId="2901130417" sldId="263"/>
            <ac:spMk id="84" creationId="{C15B4568-FACF-BFB3-AA9C-954FD5F057AE}"/>
          </ac:spMkLst>
        </pc:spChg>
        <pc:spChg chg="mod">
          <ac:chgData name="Matthew Dowst" userId="4580c877364ac88e" providerId="LiveId" clId="{A53D3467-9E29-4C3E-BBE5-40AEF7A6B72D}" dt="2026-04-12T13:02:13.458" v="199" actId="1036"/>
          <ac:spMkLst>
            <pc:docMk/>
            <pc:sldMk cId="2901130417" sldId="263"/>
            <ac:spMk id="85" creationId="{E8F8203B-0C2A-AB20-F3FC-E0A7B17E553B}"/>
          </ac:spMkLst>
        </pc:spChg>
        <pc:spChg chg="mod">
          <ac:chgData name="Matthew Dowst" userId="4580c877364ac88e" providerId="LiveId" clId="{A53D3467-9E29-4C3E-BBE5-40AEF7A6B72D}" dt="2026-04-12T13:05:48.934" v="257" actId="20577"/>
          <ac:spMkLst>
            <pc:docMk/>
            <pc:sldMk cId="2901130417" sldId="263"/>
            <ac:spMk id="86" creationId="{5D5FFF2D-8132-096D-33B4-F99C3C0ACABF}"/>
          </ac:spMkLst>
        </pc:spChg>
        <pc:spChg chg="mod">
          <ac:chgData name="Matthew Dowst" userId="4580c877364ac88e" providerId="LiveId" clId="{A53D3467-9E29-4C3E-BBE5-40AEF7A6B72D}" dt="2026-04-12T13:02:13.458" v="199" actId="1036"/>
          <ac:spMkLst>
            <pc:docMk/>
            <pc:sldMk cId="2901130417" sldId="263"/>
            <ac:spMk id="89" creationId="{54742DE4-3F88-D4D9-EB17-A58279F39A1F}"/>
          </ac:spMkLst>
        </pc:spChg>
        <pc:spChg chg="mod">
          <ac:chgData name="Matthew Dowst" userId="4580c877364ac88e" providerId="LiveId" clId="{A53D3467-9E29-4C3E-BBE5-40AEF7A6B72D}" dt="2026-04-12T13:02:13.458" v="199" actId="1036"/>
          <ac:spMkLst>
            <pc:docMk/>
            <pc:sldMk cId="2901130417" sldId="263"/>
            <ac:spMk id="92" creationId="{914E0E2F-44D7-71F0-C4ED-C840319FF5C4}"/>
          </ac:spMkLst>
        </pc:spChg>
        <pc:graphicFrameChg chg="modGraphic">
          <ac:chgData name="Matthew Dowst" userId="4580c877364ac88e" providerId="LiveId" clId="{A53D3467-9E29-4C3E-BBE5-40AEF7A6B72D}" dt="2026-04-12T13:04:46.456" v="212"/>
          <ac:graphicFrameMkLst>
            <pc:docMk/>
            <pc:sldMk cId="2901130417" sldId="263"/>
            <ac:graphicFrameMk id="4" creationId="{CB71E52B-172B-E56B-B927-8C2DA1D87B42}"/>
          </ac:graphicFrameMkLst>
        </pc:graphicFrameChg>
        <pc:cxnChg chg="mod">
          <ac:chgData name="Matthew Dowst" userId="4580c877364ac88e" providerId="LiveId" clId="{A53D3467-9E29-4C3E-BBE5-40AEF7A6B72D}" dt="2026-04-12T13:02:13.458" v="199" actId="1036"/>
          <ac:cxnSpMkLst>
            <pc:docMk/>
            <pc:sldMk cId="2901130417" sldId="263"/>
            <ac:cxnSpMk id="28" creationId="{9BC3A215-F0FA-1B12-5D1A-BEC7CE628D2F}"/>
          </ac:cxnSpMkLst>
        </pc:cxnChg>
        <pc:cxnChg chg="mod">
          <ac:chgData name="Matthew Dowst" userId="4580c877364ac88e" providerId="LiveId" clId="{A53D3467-9E29-4C3E-BBE5-40AEF7A6B72D}" dt="2026-04-12T13:02:04.273" v="169" actId="1036"/>
          <ac:cxnSpMkLst>
            <pc:docMk/>
            <pc:sldMk cId="2901130417" sldId="263"/>
            <ac:cxnSpMk id="69" creationId="{0027F921-FDE7-312A-0CD7-A95DADFA363A}"/>
          </ac:cxnSpMkLst>
        </pc:cxnChg>
        <pc:cxnChg chg="mod">
          <ac:chgData name="Matthew Dowst" userId="4580c877364ac88e" providerId="LiveId" clId="{A53D3467-9E29-4C3E-BBE5-40AEF7A6B72D}" dt="2026-04-12T13:02:13.458" v="199" actId="1036"/>
          <ac:cxnSpMkLst>
            <pc:docMk/>
            <pc:sldMk cId="2901130417" sldId="263"/>
            <ac:cxnSpMk id="87" creationId="{B5D675F3-3783-EA82-CBF4-99D9DAA619E8}"/>
          </ac:cxnSpMkLst>
        </pc:cxnChg>
        <pc:cxnChg chg="mod">
          <ac:chgData name="Matthew Dowst" userId="4580c877364ac88e" providerId="LiveId" clId="{A53D3467-9E29-4C3E-BBE5-40AEF7A6B72D}" dt="2026-04-12T13:02:13.458" v="199" actId="1036"/>
          <ac:cxnSpMkLst>
            <pc:docMk/>
            <pc:sldMk cId="2901130417" sldId="263"/>
            <ac:cxnSpMk id="91" creationId="{CCC2CEB9-62D2-728C-45E6-0F4FE8890D59}"/>
          </ac:cxnSpMkLst>
        </pc:cxnChg>
        <pc:cxnChg chg="mod">
          <ac:chgData name="Matthew Dowst" userId="4580c877364ac88e" providerId="LiveId" clId="{A53D3467-9E29-4C3E-BBE5-40AEF7A6B72D}" dt="2026-04-12T13:03:45.104" v="209" actId="1076"/>
          <ac:cxnSpMkLst>
            <pc:docMk/>
            <pc:sldMk cId="2901130417" sldId="263"/>
            <ac:cxnSpMk id="95" creationId="{BC0F99F2-9F87-AB3A-1AE5-78A712D4B871}"/>
          </ac:cxnSpMkLst>
        </pc:cxnChg>
        <pc:cxnChg chg="mod">
          <ac:chgData name="Matthew Dowst" userId="4580c877364ac88e" providerId="LiveId" clId="{A53D3467-9E29-4C3E-BBE5-40AEF7A6B72D}" dt="2026-04-12T13:07:30.718" v="259" actId="14100"/>
          <ac:cxnSpMkLst>
            <pc:docMk/>
            <pc:sldMk cId="2901130417" sldId="263"/>
            <ac:cxnSpMk id="116" creationId="{BB7931A2-EF13-8232-9421-D3C8B621E5B5}"/>
          </ac:cxnSpMkLst>
        </pc:cxnChg>
        <pc:cxnChg chg="mod">
          <ac:chgData name="Matthew Dowst" userId="4580c877364ac88e" providerId="LiveId" clId="{A53D3467-9E29-4C3E-BBE5-40AEF7A6B72D}" dt="2026-04-12T13:02:13.458" v="199" actId="1036"/>
          <ac:cxnSpMkLst>
            <pc:docMk/>
            <pc:sldMk cId="2901130417" sldId="263"/>
            <ac:cxnSpMk id="119" creationId="{0D134F0F-3D37-D720-3F23-BB5A2176CB51}"/>
          </ac:cxnSpMkLst>
        </pc:cxnChg>
        <pc:cxnChg chg="mod">
          <ac:chgData name="Matthew Dowst" userId="4580c877364ac88e" providerId="LiveId" clId="{A53D3467-9E29-4C3E-BBE5-40AEF7A6B72D}" dt="2026-04-12T13:07:23.236" v="258" actId="14100"/>
          <ac:cxnSpMkLst>
            <pc:docMk/>
            <pc:sldMk cId="2901130417" sldId="263"/>
            <ac:cxnSpMk id="122" creationId="{6CEE40D4-59CB-D484-F73F-C203A5B9ABB0}"/>
          </ac:cxnSpMkLst>
        </pc:cxnChg>
      </pc:sldChg>
      <pc:sldChg chg="delSp modSp mod">
        <pc:chgData name="Matthew Dowst" userId="4580c877364ac88e" providerId="LiveId" clId="{A53D3467-9E29-4C3E-BBE5-40AEF7A6B72D}" dt="2026-04-12T12:57:15.345" v="133" actId="1076"/>
        <pc:sldMkLst>
          <pc:docMk/>
          <pc:sldMk cId="194438742" sldId="270"/>
        </pc:sldMkLst>
        <pc:spChg chg="mod">
          <ac:chgData name="Matthew Dowst" userId="4580c877364ac88e" providerId="LiveId" clId="{A53D3467-9E29-4C3E-BBE5-40AEF7A6B72D}" dt="2026-04-12T12:57:15.345" v="133" actId="1076"/>
          <ac:spMkLst>
            <pc:docMk/>
            <pc:sldMk cId="194438742" sldId="270"/>
            <ac:spMk id="2" creationId="{ED95610F-322B-4DD1-8AA0-F9773EDD4C17}"/>
          </ac:spMkLst>
        </pc:spChg>
      </pc:sldChg>
      <pc:sldChg chg="addSp delSp modSp add mod modAnim">
        <pc:chgData name="Matthew Dowst" userId="4580c877364ac88e" providerId="LiveId" clId="{A53D3467-9E29-4C3E-BBE5-40AEF7A6B72D}" dt="2026-04-14T22:54:02.755" v="409" actId="14100"/>
        <pc:sldMkLst>
          <pc:docMk/>
          <pc:sldMk cId="955991073" sldId="1634"/>
        </pc:sldMkLst>
        <pc:spChg chg="add mod">
          <ac:chgData name="Matthew Dowst" userId="4580c877364ac88e" providerId="LiveId" clId="{A53D3467-9E29-4C3E-BBE5-40AEF7A6B72D}" dt="2026-04-14T22:54:02.755" v="409" actId="14100"/>
          <ac:spMkLst>
            <pc:docMk/>
            <pc:sldMk cId="955991073" sldId="1634"/>
            <ac:spMk id="2" creationId="{22B1D915-E2C0-78E1-07D0-320EF3755B7F}"/>
          </ac:spMkLst>
        </pc:spChg>
        <pc:spChg chg="add mod">
          <ac:chgData name="Matthew Dowst" userId="4580c877364ac88e" providerId="LiveId" clId="{A53D3467-9E29-4C3E-BBE5-40AEF7A6B72D}" dt="2026-04-12T12:54:35.597" v="111"/>
          <ac:spMkLst>
            <pc:docMk/>
            <pc:sldMk cId="955991073" sldId="1634"/>
            <ac:spMk id="3" creationId="{C220E266-7E02-61FE-E90F-A6A22738FAD4}"/>
          </ac:spMkLst>
        </pc:spChg>
        <pc:spChg chg="add mod">
          <ac:chgData name="Matthew Dowst" userId="4580c877364ac88e" providerId="LiveId" clId="{A53D3467-9E29-4C3E-BBE5-40AEF7A6B72D}" dt="2026-04-12T12:54:35.597" v="111"/>
          <ac:spMkLst>
            <pc:docMk/>
            <pc:sldMk cId="955991073" sldId="1634"/>
            <ac:spMk id="7" creationId="{58F36BE6-206A-B16E-87A5-A50CF7492915}"/>
          </ac:spMkLst>
        </pc:spChg>
        <pc:picChg chg="add mod">
          <ac:chgData name="Matthew Dowst" userId="4580c877364ac88e" providerId="LiveId" clId="{A53D3467-9E29-4C3E-BBE5-40AEF7A6B72D}" dt="2026-04-12T12:54:35.597" v="111"/>
          <ac:picMkLst>
            <pc:docMk/>
            <pc:sldMk cId="955991073" sldId="1634"/>
            <ac:picMk id="4" creationId="{1753E2F2-5B06-06E6-82BC-B72562279821}"/>
          </ac:picMkLst>
        </pc:picChg>
        <pc:picChg chg="add mod">
          <ac:chgData name="Matthew Dowst" userId="4580c877364ac88e" providerId="LiveId" clId="{A53D3467-9E29-4C3E-BBE5-40AEF7A6B72D}" dt="2026-04-12T12:54:35.597" v="111"/>
          <ac:picMkLst>
            <pc:docMk/>
            <pc:sldMk cId="955991073" sldId="1634"/>
            <ac:picMk id="6" creationId="{56CFEB55-404F-21B2-F85F-056FEAF73D3E}"/>
          </ac:picMkLst>
        </pc:picChg>
        <pc:picChg chg="add mod">
          <ac:chgData name="Matthew Dowst" userId="4580c877364ac88e" providerId="LiveId" clId="{A53D3467-9E29-4C3E-BBE5-40AEF7A6B72D}" dt="2026-04-12T12:54:35.597" v="111"/>
          <ac:picMkLst>
            <pc:docMk/>
            <pc:sldMk cId="955991073" sldId="1634"/>
            <ac:picMk id="8" creationId="{A0A43F5D-CFE8-9BC1-1F8E-98A6D2E9925C}"/>
          </ac:picMkLst>
        </pc:picChg>
      </pc:sldChg>
      <pc:sldChg chg="add">
        <pc:chgData name="Matthew Dowst" userId="4580c877364ac88e" providerId="LiveId" clId="{A53D3467-9E29-4C3E-BBE5-40AEF7A6B72D}" dt="2026-04-12T12:56:46.220" v="114" actId="2890"/>
        <pc:sldMkLst>
          <pc:docMk/>
          <pc:sldMk cId="3687711289" sldId="1635"/>
        </pc:sldMkLst>
      </pc:sldChg>
      <pc:sldChg chg="addSp delSp add mod ord">
        <pc:chgData name="Matthew Dowst" userId="4580c877364ac88e" providerId="LiveId" clId="{A53D3467-9E29-4C3E-BBE5-40AEF7A6B72D}" dt="2026-04-14T02:25:33.020" v="262"/>
        <pc:sldMkLst>
          <pc:docMk/>
          <pc:sldMk cId="3943836539" sldId="1636"/>
        </pc:sldMkLst>
        <pc:picChg chg="add">
          <ac:chgData name="Matthew Dowst" userId="4580c877364ac88e" providerId="LiveId" clId="{A53D3467-9E29-4C3E-BBE5-40AEF7A6B72D}" dt="2026-04-14T02:25:29.562" v="260"/>
          <ac:picMkLst>
            <pc:docMk/>
            <pc:sldMk cId="3943836539" sldId="1636"/>
            <ac:picMk id="1026" creationId="{BB0EC72D-6BD5-F2CA-0E5F-4FFAAF010021}"/>
          </ac:picMkLst>
        </pc:picChg>
      </pc:sldChg>
      <pc:sldChg chg="delSp modSp add mod ord delAnim">
        <pc:chgData name="Matthew Dowst" userId="4580c877364ac88e" providerId="LiveId" clId="{A53D3467-9E29-4C3E-BBE5-40AEF7A6B72D}" dt="2026-04-14T20:41:27.368" v="360" actId="1037"/>
        <pc:sldMkLst>
          <pc:docMk/>
          <pc:sldMk cId="1607568751" sldId="1637"/>
        </pc:sldMkLst>
        <pc:spChg chg="mod">
          <ac:chgData name="Matthew Dowst" userId="4580c877364ac88e" providerId="LiveId" clId="{A53D3467-9E29-4C3E-BBE5-40AEF7A6B72D}" dt="2026-04-14T20:02:17.568" v="287" actId="6549"/>
          <ac:spMkLst>
            <pc:docMk/>
            <pc:sldMk cId="1607568751" sldId="1637"/>
            <ac:spMk id="2" creationId="{7CEF4BDD-8D66-F6AD-EDB2-98D048356FD6}"/>
          </ac:spMkLst>
        </pc:spChg>
        <pc:spChg chg="mod">
          <ac:chgData name="Matthew Dowst" userId="4580c877364ac88e" providerId="LiveId" clId="{A53D3467-9E29-4C3E-BBE5-40AEF7A6B72D}" dt="2026-04-14T20:41:27.368" v="360" actId="1037"/>
          <ac:spMkLst>
            <pc:docMk/>
            <pc:sldMk cId="1607568751" sldId="1637"/>
            <ac:spMk id="3" creationId="{3E757898-617F-8E53-CD34-9DE3FBF2CC21}"/>
          </ac:spMkLst>
        </pc:spChg>
        <pc:spChg chg="del">
          <ac:chgData name="Matthew Dowst" userId="4580c877364ac88e" providerId="LiveId" clId="{A53D3467-9E29-4C3E-BBE5-40AEF7A6B72D}" dt="2026-04-14T20:01:06.843" v="275" actId="478"/>
          <ac:spMkLst>
            <pc:docMk/>
            <pc:sldMk cId="1607568751" sldId="1637"/>
            <ac:spMk id="7" creationId="{B47A5317-9D2E-A544-4858-0CF7E0609181}"/>
          </ac:spMkLst>
        </pc:spChg>
        <pc:picChg chg="del mod">
          <ac:chgData name="Matthew Dowst" userId="4580c877364ac88e" providerId="LiveId" clId="{A53D3467-9E29-4C3E-BBE5-40AEF7A6B72D}" dt="2026-04-14T20:01:04.553" v="273" actId="478"/>
          <ac:picMkLst>
            <pc:docMk/>
            <pc:sldMk cId="1607568751" sldId="1637"/>
            <ac:picMk id="4" creationId="{E38844A1-D141-C077-E396-8299E478B119}"/>
          </ac:picMkLst>
        </pc:picChg>
        <pc:picChg chg="del">
          <ac:chgData name="Matthew Dowst" userId="4580c877364ac88e" providerId="LiveId" clId="{A53D3467-9E29-4C3E-BBE5-40AEF7A6B72D}" dt="2026-04-14T20:01:07.975" v="276" actId="478"/>
          <ac:picMkLst>
            <pc:docMk/>
            <pc:sldMk cId="1607568751" sldId="1637"/>
            <ac:picMk id="6" creationId="{2F3E7598-4E49-0AB7-94AD-0A3E91B641C8}"/>
          </ac:picMkLst>
        </pc:picChg>
        <pc:picChg chg="del">
          <ac:chgData name="Matthew Dowst" userId="4580c877364ac88e" providerId="LiveId" clId="{A53D3467-9E29-4C3E-BBE5-40AEF7A6B72D}" dt="2026-04-14T20:01:05.173" v="274" actId="478"/>
          <ac:picMkLst>
            <pc:docMk/>
            <pc:sldMk cId="1607568751" sldId="1637"/>
            <ac:picMk id="8" creationId="{03AF9A3B-5139-95AD-B433-1FC1A0D0C62E}"/>
          </ac:picMkLst>
        </pc:picChg>
      </pc:sldChg>
      <pc:sldChg chg="add del">
        <pc:chgData name="Matthew Dowst" userId="4580c877364ac88e" providerId="LiveId" clId="{A53D3467-9E29-4C3E-BBE5-40AEF7A6B72D}" dt="2026-04-14T20:07:00.502" v="300" actId="2696"/>
        <pc:sldMkLst>
          <pc:docMk/>
          <pc:sldMk cId="209709045" sldId="1638"/>
        </pc:sldMkLst>
      </pc:sldChg>
      <pc:sldChg chg="addSp delSp modSp add ord">
        <pc:chgData name="Matthew Dowst" userId="4580c877364ac88e" providerId="LiveId" clId="{A53D3467-9E29-4C3E-BBE5-40AEF7A6B72D}" dt="2026-04-14T20:04:26.277" v="299" actId="14100"/>
        <pc:sldMkLst>
          <pc:docMk/>
          <pc:sldMk cId="766343591" sldId="1639"/>
        </pc:sldMkLst>
        <pc:picChg chg="add mod">
          <ac:chgData name="Matthew Dowst" userId="4580c877364ac88e" providerId="LiveId" clId="{A53D3467-9E29-4C3E-BBE5-40AEF7A6B72D}" dt="2026-04-14T20:04:26.277" v="299" actId="14100"/>
          <ac:picMkLst>
            <pc:docMk/>
            <pc:sldMk cId="766343591" sldId="1639"/>
            <ac:picMk id="2" creationId="{BE0D0E15-0BD8-CF34-4CE5-7C0B52DECF7B}"/>
          </ac:picMkLst>
        </pc:picChg>
        <pc:picChg chg="del">
          <ac:chgData name="Matthew Dowst" userId="4580c877364ac88e" providerId="LiveId" clId="{A53D3467-9E29-4C3E-BBE5-40AEF7A6B72D}" dt="2026-04-14T20:04:18.009" v="296" actId="478"/>
          <ac:picMkLst>
            <pc:docMk/>
            <pc:sldMk cId="766343591" sldId="1639"/>
            <ac:picMk id="1026" creationId="{8E92154C-02F2-9C40-CD57-4416815B94FB}"/>
          </ac:picMkLst>
        </pc:picChg>
      </pc:sldChg>
      <pc:sldChg chg="new">
        <pc:chgData name="Matthew Dowst" userId="4580c877364ac88e" providerId="LiveId" clId="{A53D3467-9E29-4C3E-BBE5-40AEF7A6B72D}" dt="2026-04-14T22:44:40.311" v="408" actId="680"/>
        <pc:sldMkLst>
          <pc:docMk/>
          <pc:sldMk cId="3704702750" sldId="164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D7AA7-6947-46DE-8F8D-972DE75C4888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6F596-DFBB-42B8-ADCC-5FC29CF5B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6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F596-DFBB-42B8-ADCC-5FC29CF5B4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94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F596-DFBB-42B8-ADCC-5FC29CF5B49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83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5E41935-A6BA-C59A-85AA-973BED0C276C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26D6A40A-4A1C-A796-F8EE-E028FC658B9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D3B336-811E-4F0C-18DD-95C9EDBFC7EE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B2F759-A522-5078-C5F5-F2D2FDBBDC0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D302D2-D521-2C0C-1C51-7B1CF27EACA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E43BD3B6-9AE7-5E0B-4D10-1CC73FA9F03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6889B223-4C2E-F441-2738-B4E0870F1FC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2140262-FB6C-DD71-4C24-FF1C596755D6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A31B7553-9E63-0970-4DA8-BCF8552DDD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AC4C2F4-38F2-F605-D54A-74EE044E4DC1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928D546-59DD-2F71-446F-6493A064FA4A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2D5A94F5-2B9D-6578-59FF-D52962A6910D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7E872695-F10E-0218-38ED-34C71FEF09B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DF8BDF12-8B2C-FF80-2FD8-57DDA33DDD01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C1166CD3-7978-96F6-38F4-968F7B721A97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8B1F6092-D5CE-AA22-3C93-FCA2332027B1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E54594B8-EF62-933F-69FE-8E660CE8A776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F6C7D721-70F6-7AD7-C943-FE7FBCA029F9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F26AE266-962B-41B9-9606-64043F189F9C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D2E4A96E-EF12-025D-0D78-DE5E9899FA6E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1017216-C550-97D9-B88D-918E5523D321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9D377CE-076D-C80C-A7BA-38DFC08885AD}"/>
              </a:ext>
            </a:extLst>
          </p:cNvPr>
          <p:cNvSpPr/>
          <p:nvPr userDrawn="1"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B914A66-817E-E8D4-E30A-4254D3A3B4EA}"/>
              </a:ext>
            </a:extLst>
          </p:cNvPr>
          <p:cNvSpPr/>
          <p:nvPr userDrawn="1"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631427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ntent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29BCF-C1AD-D2CE-316E-E61C94A280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5" y="1992193"/>
            <a:ext cx="9903723" cy="22939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F35E6322-336D-EE32-D30A-D2DF0148FF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44884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D3504F6-8EDE-4217-910B-79DB465C12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5551" y="1318989"/>
            <a:ext cx="4839150" cy="4135480"/>
          </a:xfrm>
          <a:custGeom>
            <a:avLst/>
            <a:gdLst>
              <a:gd name="connsiteX0" fmla="*/ 227534 w 4839150"/>
              <a:gd name="connsiteY0" fmla="*/ 0 h 4135480"/>
              <a:gd name="connsiteX1" fmla="*/ 4611616 w 4839150"/>
              <a:gd name="connsiteY1" fmla="*/ 0 h 4135480"/>
              <a:gd name="connsiteX2" fmla="*/ 4839150 w 4839150"/>
              <a:gd name="connsiteY2" fmla="*/ 227534 h 4135480"/>
              <a:gd name="connsiteX3" fmla="*/ 4839150 w 4839150"/>
              <a:gd name="connsiteY3" fmla="*/ 3907946 h 4135480"/>
              <a:gd name="connsiteX4" fmla="*/ 4611616 w 4839150"/>
              <a:gd name="connsiteY4" fmla="*/ 4135480 h 4135480"/>
              <a:gd name="connsiteX5" fmla="*/ 227534 w 4839150"/>
              <a:gd name="connsiteY5" fmla="*/ 4135480 h 4135480"/>
              <a:gd name="connsiteX6" fmla="*/ 0 w 4839150"/>
              <a:gd name="connsiteY6" fmla="*/ 3907946 h 4135480"/>
              <a:gd name="connsiteX7" fmla="*/ 0 w 4839150"/>
              <a:gd name="connsiteY7" fmla="*/ 227534 h 4135480"/>
              <a:gd name="connsiteX8" fmla="*/ 227534 w 4839150"/>
              <a:gd name="connsiteY8" fmla="*/ 0 h 413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39150" h="4135480">
                <a:moveTo>
                  <a:pt x="227534" y="0"/>
                </a:moveTo>
                <a:lnTo>
                  <a:pt x="4611616" y="0"/>
                </a:lnTo>
                <a:cubicBezTo>
                  <a:pt x="4737280" y="0"/>
                  <a:pt x="4839150" y="101870"/>
                  <a:pt x="4839150" y="227534"/>
                </a:cubicBezTo>
                <a:lnTo>
                  <a:pt x="4839150" y="3907946"/>
                </a:lnTo>
                <a:cubicBezTo>
                  <a:pt x="4839150" y="4033610"/>
                  <a:pt x="4737280" y="4135480"/>
                  <a:pt x="4611616" y="4135480"/>
                </a:cubicBezTo>
                <a:lnTo>
                  <a:pt x="227534" y="4135480"/>
                </a:lnTo>
                <a:cubicBezTo>
                  <a:pt x="101870" y="4135480"/>
                  <a:pt x="0" y="4033610"/>
                  <a:pt x="0" y="3907946"/>
                </a:cubicBezTo>
                <a:lnTo>
                  <a:pt x="0" y="227534"/>
                </a:lnTo>
                <a:cubicBezTo>
                  <a:pt x="0" y="101870"/>
                  <a:pt x="101870" y="0"/>
                  <a:pt x="22753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8C8C8C-12B2-84CA-7E5C-A63436970E68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96DC8660-A7DE-1797-BE09-59F4B41787E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FD2CC6-ABAF-AA2D-F7E1-8D0B077927A0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47E7BD-ACB1-0440-7E22-7D25FF3147C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D00A4-3B8D-D2D8-765A-61E83952DE0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0B20CAFD-D254-C0B8-D7DC-534A91BFFD2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DDDF5807-8008-69AC-E580-88DA4260698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813F47A-9EFC-F6A2-79CB-41C1A1021565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3A865A4E-CF0C-5569-D028-08E6FEAC0A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08974E83-35A0-36F5-DD04-58A06D1EF717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BD9B486-F2F2-FE0B-686E-185D79C21C4B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6429BF05-D74D-6B3C-F32D-B4615ECAA97A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1EA0C857-9D0C-94F3-011B-99C1B99ACE7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93E58E94-F84D-BB6F-D852-388C5C7B87C6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56119E96-F459-D357-0490-F694081D9E5B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0A9E32C8-9771-0891-BD42-B70B2AAE4227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F9046FD4-E7A0-D8EE-C362-8D6082B8773A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7DB82F58-F94B-228E-E7B3-51747140793A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872E35BC-8AAA-135F-FAE7-AB5EDE0679FE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3B74F4D4-163D-AD15-D39A-35B8634EA5D8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C18B3CF-DAA6-BF31-CA98-DD032E6C3A56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4E4FC-5965-0866-ABE5-FCF5ACA99B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itle 7">
            <a:extLst>
              <a:ext uri="{FF2B5EF4-FFF2-40B4-BE49-F238E27FC236}">
                <a16:creationId xmlns:a16="http://schemas.microsoft.com/office/drawing/2014/main" id="{0E4913D5-50CF-76F6-2AB4-8F894A7B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845294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6415C6E-8030-42E1-941C-DEE0BB5F3C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90581" y="1315633"/>
            <a:ext cx="3621729" cy="1913587"/>
          </a:xfrm>
          <a:prstGeom prst="roundRect">
            <a:avLst>
              <a:gd name="adj" fmla="val 947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AA23D2D-A44A-42C2-8E26-B80B40E85F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90581" y="3579174"/>
            <a:ext cx="3621729" cy="1913587"/>
          </a:xfrm>
          <a:prstGeom prst="roundRect">
            <a:avLst>
              <a:gd name="adj" fmla="val 1028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95162-40C1-C894-1E34-62B2690F2B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72C930D0-80DD-075B-7012-F7DC64864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49852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0507F67-E976-446F-AF7B-7FF42BABE2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26611" y="1701364"/>
            <a:ext cx="1350350" cy="1350350"/>
          </a:xfrm>
          <a:custGeom>
            <a:avLst/>
            <a:gdLst>
              <a:gd name="connsiteX0" fmla="*/ 225063 w 1350350"/>
              <a:gd name="connsiteY0" fmla="*/ 0 h 1350350"/>
              <a:gd name="connsiteX1" fmla="*/ 1125287 w 1350350"/>
              <a:gd name="connsiteY1" fmla="*/ 0 h 1350350"/>
              <a:gd name="connsiteX2" fmla="*/ 1350350 w 1350350"/>
              <a:gd name="connsiteY2" fmla="*/ 225063 h 1350350"/>
              <a:gd name="connsiteX3" fmla="*/ 1350350 w 1350350"/>
              <a:gd name="connsiteY3" fmla="*/ 1125287 h 1350350"/>
              <a:gd name="connsiteX4" fmla="*/ 1284431 w 1350350"/>
              <a:gd name="connsiteY4" fmla="*/ 1284431 h 1350350"/>
              <a:gd name="connsiteX5" fmla="*/ 1277564 w 1350350"/>
              <a:gd name="connsiteY5" fmla="*/ 1290096 h 1350350"/>
              <a:gd name="connsiteX6" fmla="*/ 1277564 w 1350350"/>
              <a:gd name="connsiteY6" fmla="*/ 1297424 h 1350350"/>
              <a:gd name="connsiteX7" fmla="*/ 1268683 w 1350350"/>
              <a:gd name="connsiteY7" fmla="*/ 1297424 h 1350350"/>
              <a:gd name="connsiteX8" fmla="*/ 1251122 w 1350350"/>
              <a:gd name="connsiteY8" fmla="*/ 1311913 h 1350350"/>
              <a:gd name="connsiteX9" fmla="*/ 1125287 w 1350350"/>
              <a:gd name="connsiteY9" fmla="*/ 1350350 h 1350350"/>
              <a:gd name="connsiteX10" fmla="*/ 225063 w 1350350"/>
              <a:gd name="connsiteY10" fmla="*/ 1350350 h 1350350"/>
              <a:gd name="connsiteX11" fmla="*/ 0 w 1350350"/>
              <a:gd name="connsiteY11" fmla="*/ 1125287 h 1350350"/>
              <a:gd name="connsiteX12" fmla="*/ 0 w 1350350"/>
              <a:gd name="connsiteY12" fmla="*/ 225063 h 1350350"/>
              <a:gd name="connsiteX13" fmla="*/ 225063 w 1350350"/>
              <a:gd name="connsiteY13" fmla="*/ 0 h 135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50350" h="1350350">
                <a:moveTo>
                  <a:pt x="225063" y="0"/>
                </a:moveTo>
                <a:lnTo>
                  <a:pt x="1125287" y="0"/>
                </a:lnTo>
                <a:cubicBezTo>
                  <a:pt x="1249586" y="0"/>
                  <a:pt x="1350350" y="100764"/>
                  <a:pt x="1350350" y="225063"/>
                </a:cubicBezTo>
                <a:lnTo>
                  <a:pt x="1350350" y="1125287"/>
                </a:lnTo>
                <a:cubicBezTo>
                  <a:pt x="1350350" y="1187437"/>
                  <a:pt x="1325159" y="1243702"/>
                  <a:pt x="1284431" y="1284431"/>
                </a:cubicBezTo>
                <a:lnTo>
                  <a:pt x="1277564" y="1290096"/>
                </a:lnTo>
                <a:lnTo>
                  <a:pt x="1277564" y="1297424"/>
                </a:lnTo>
                <a:lnTo>
                  <a:pt x="1268683" y="1297424"/>
                </a:lnTo>
                <a:lnTo>
                  <a:pt x="1251122" y="1311913"/>
                </a:lnTo>
                <a:cubicBezTo>
                  <a:pt x="1215202" y="1336180"/>
                  <a:pt x="1171899" y="1350350"/>
                  <a:pt x="1125287" y="1350350"/>
                </a:cubicBezTo>
                <a:lnTo>
                  <a:pt x="225063" y="1350350"/>
                </a:lnTo>
                <a:cubicBezTo>
                  <a:pt x="100764" y="1350350"/>
                  <a:pt x="0" y="1249586"/>
                  <a:pt x="0" y="1125287"/>
                </a:cubicBezTo>
                <a:lnTo>
                  <a:pt x="0" y="225063"/>
                </a:lnTo>
                <a:cubicBezTo>
                  <a:pt x="0" y="100764"/>
                  <a:pt x="100764" y="0"/>
                  <a:pt x="22506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FC727B8-D6D9-43EF-8679-D00E9D6789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25831" y="3825875"/>
            <a:ext cx="1350962" cy="1350963"/>
          </a:xfrm>
          <a:custGeom>
            <a:avLst/>
            <a:gdLst>
              <a:gd name="connsiteX0" fmla="*/ 225165 w 1350962"/>
              <a:gd name="connsiteY0" fmla="*/ 0 h 1350963"/>
              <a:gd name="connsiteX1" fmla="*/ 1125797 w 1350962"/>
              <a:gd name="connsiteY1" fmla="*/ 0 h 1350963"/>
              <a:gd name="connsiteX2" fmla="*/ 1350962 w 1350962"/>
              <a:gd name="connsiteY2" fmla="*/ 225165 h 1350963"/>
              <a:gd name="connsiteX3" fmla="*/ 1350962 w 1350962"/>
              <a:gd name="connsiteY3" fmla="*/ 1125798 h 1350963"/>
              <a:gd name="connsiteX4" fmla="*/ 1125797 w 1350962"/>
              <a:gd name="connsiteY4" fmla="*/ 1350963 h 1350963"/>
              <a:gd name="connsiteX5" fmla="*/ 225165 w 1350962"/>
              <a:gd name="connsiteY5" fmla="*/ 1350963 h 1350963"/>
              <a:gd name="connsiteX6" fmla="*/ 0 w 1350962"/>
              <a:gd name="connsiteY6" fmla="*/ 1125798 h 1350963"/>
              <a:gd name="connsiteX7" fmla="*/ 0 w 1350962"/>
              <a:gd name="connsiteY7" fmla="*/ 225165 h 1350963"/>
              <a:gd name="connsiteX8" fmla="*/ 225165 w 1350962"/>
              <a:gd name="connsiteY8" fmla="*/ 0 h 135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0962" h="1350963">
                <a:moveTo>
                  <a:pt x="225165" y="0"/>
                </a:moveTo>
                <a:lnTo>
                  <a:pt x="1125797" y="0"/>
                </a:lnTo>
                <a:cubicBezTo>
                  <a:pt x="1250152" y="0"/>
                  <a:pt x="1350962" y="100810"/>
                  <a:pt x="1350962" y="225165"/>
                </a:cubicBezTo>
                <a:lnTo>
                  <a:pt x="1350962" y="1125798"/>
                </a:lnTo>
                <a:cubicBezTo>
                  <a:pt x="1350962" y="1250153"/>
                  <a:pt x="1250152" y="1350963"/>
                  <a:pt x="1125797" y="1350963"/>
                </a:cubicBezTo>
                <a:lnTo>
                  <a:pt x="225165" y="1350963"/>
                </a:lnTo>
                <a:cubicBezTo>
                  <a:pt x="100810" y="1350963"/>
                  <a:pt x="0" y="1250153"/>
                  <a:pt x="0" y="1125798"/>
                </a:cubicBezTo>
                <a:lnTo>
                  <a:pt x="0" y="225165"/>
                </a:lnTo>
                <a:cubicBezTo>
                  <a:pt x="0" y="100810"/>
                  <a:pt x="100810" y="0"/>
                  <a:pt x="22516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28A7B-8F36-BCD5-EB88-CE71FB1385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6362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4C924AE6-77D0-6A32-BB61-3F1F1063A6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76149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B7A24C-836B-4BC6-AF17-D2217E101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08700" y="1161143"/>
            <a:ext cx="4296227" cy="2148114"/>
          </a:xfrm>
          <a:prstGeom prst="roundRect">
            <a:avLst>
              <a:gd name="adj" fmla="val 1045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1E15E2F-DD7E-43EF-993D-B2BC10E234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83801" y="3520352"/>
            <a:ext cx="2425261" cy="2039257"/>
          </a:xfrm>
          <a:prstGeom prst="roundRect">
            <a:avLst>
              <a:gd name="adj" fmla="val 1152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E443B165-ECAF-619E-A68C-F32C4416CE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4DFE7-A742-D8FD-6DBB-EB753C5CEE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890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B42BF0C-4D46-4604-9634-5A701BE30F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31478" y="685800"/>
            <a:ext cx="4550922" cy="4550922"/>
          </a:xfrm>
          <a:custGeom>
            <a:avLst/>
            <a:gdLst>
              <a:gd name="connsiteX0" fmla="*/ 2275461 w 4550922"/>
              <a:gd name="connsiteY0" fmla="*/ 0 h 4550922"/>
              <a:gd name="connsiteX1" fmla="*/ 4550922 w 4550922"/>
              <a:gd name="connsiteY1" fmla="*/ 2275461 h 4550922"/>
              <a:gd name="connsiteX2" fmla="*/ 2275461 w 4550922"/>
              <a:gd name="connsiteY2" fmla="*/ 4550922 h 4550922"/>
              <a:gd name="connsiteX3" fmla="*/ 0 w 4550922"/>
              <a:gd name="connsiteY3" fmla="*/ 2275461 h 4550922"/>
              <a:gd name="connsiteX4" fmla="*/ 2275461 w 4550922"/>
              <a:gd name="connsiteY4" fmla="*/ 0 h 455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0922" h="4550922">
                <a:moveTo>
                  <a:pt x="2275461" y="0"/>
                </a:moveTo>
                <a:cubicBezTo>
                  <a:pt x="3532163" y="0"/>
                  <a:pt x="4550922" y="1018759"/>
                  <a:pt x="4550922" y="2275461"/>
                </a:cubicBezTo>
                <a:cubicBezTo>
                  <a:pt x="4550922" y="3532163"/>
                  <a:pt x="3532163" y="4550922"/>
                  <a:pt x="2275461" y="4550922"/>
                </a:cubicBezTo>
                <a:cubicBezTo>
                  <a:pt x="1018759" y="4550922"/>
                  <a:pt x="0" y="3532163"/>
                  <a:pt x="0" y="2275461"/>
                </a:cubicBezTo>
                <a:cubicBezTo>
                  <a:pt x="0" y="1018759"/>
                  <a:pt x="1018759" y="0"/>
                  <a:pt x="227546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446F88AC-274B-4591-9A09-57A165368F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63338" y="3733589"/>
            <a:ext cx="1940794" cy="1940794"/>
          </a:xfrm>
          <a:custGeom>
            <a:avLst/>
            <a:gdLst>
              <a:gd name="connsiteX0" fmla="*/ 970397 w 1940794"/>
              <a:gd name="connsiteY0" fmla="*/ 0 h 1940794"/>
              <a:gd name="connsiteX1" fmla="*/ 1940794 w 1940794"/>
              <a:gd name="connsiteY1" fmla="*/ 970397 h 1940794"/>
              <a:gd name="connsiteX2" fmla="*/ 970397 w 1940794"/>
              <a:gd name="connsiteY2" fmla="*/ 1940794 h 1940794"/>
              <a:gd name="connsiteX3" fmla="*/ 0 w 1940794"/>
              <a:gd name="connsiteY3" fmla="*/ 970397 h 1940794"/>
              <a:gd name="connsiteX4" fmla="*/ 970397 w 1940794"/>
              <a:gd name="connsiteY4" fmla="*/ 0 h 1940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0794" h="1940794">
                <a:moveTo>
                  <a:pt x="970397" y="0"/>
                </a:moveTo>
                <a:cubicBezTo>
                  <a:pt x="1506332" y="0"/>
                  <a:pt x="1940794" y="434462"/>
                  <a:pt x="1940794" y="970397"/>
                </a:cubicBezTo>
                <a:cubicBezTo>
                  <a:pt x="1940794" y="1506332"/>
                  <a:pt x="1506332" y="1940794"/>
                  <a:pt x="970397" y="1940794"/>
                </a:cubicBezTo>
                <a:cubicBezTo>
                  <a:pt x="434462" y="1940794"/>
                  <a:pt x="0" y="1506332"/>
                  <a:pt x="0" y="970397"/>
                </a:cubicBezTo>
                <a:cubicBezTo>
                  <a:pt x="0" y="434462"/>
                  <a:pt x="434462" y="0"/>
                  <a:pt x="9703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6815D-2F29-945D-3464-0CC04A4BDD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1978" y="1224098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F076F1D8-FF55-2842-0A94-7A7293905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76985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5C34F55-096A-47D1-9CBD-49682C8670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70352"/>
            <a:ext cx="5721530" cy="2105638"/>
          </a:xfrm>
          <a:custGeom>
            <a:avLst/>
            <a:gdLst>
              <a:gd name="connsiteX0" fmla="*/ 0 w 5721530"/>
              <a:gd name="connsiteY0" fmla="*/ 0 h 2105638"/>
              <a:gd name="connsiteX1" fmla="*/ 5478539 w 5721530"/>
              <a:gd name="connsiteY1" fmla="*/ 0 h 2105638"/>
              <a:gd name="connsiteX2" fmla="*/ 5721530 w 5721530"/>
              <a:gd name="connsiteY2" fmla="*/ 242991 h 2105638"/>
              <a:gd name="connsiteX3" fmla="*/ 5721530 w 5721530"/>
              <a:gd name="connsiteY3" fmla="*/ 1862647 h 2105638"/>
              <a:gd name="connsiteX4" fmla="*/ 5478539 w 5721530"/>
              <a:gd name="connsiteY4" fmla="*/ 2105638 h 2105638"/>
              <a:gd name="connsiteX5" fmla="*/ 0 w 5721530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21530" h="2105638">
                <a:moveTo>
                  <a:pt x="0" y="0"/>
                </a:moveTo>
                <a:lnTo>
                  <a:pt x="5478539" y="0"/>
                </a:lnTo>
                <a:cubicBezTo>
                  <a:pt x="5612739" y="0"/>
                  <a:pt x="5721530" y="108791"/>
                  <a:pt x="5721530" y="242991"/>
                </a:cubicBezTo>
                <a:lnTo>
                  <a:pt x="5721530" y="1862647"/>
                </a:lnTo>
                <a:cubicBezTo>
                  <a:pt x="5721530" y="1996847"/>
                  <a:pt x="5612739" y="2105638"/>
                  <a:pt x="5478539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749E3C4-AE15-4B36-8062-0ECAE1FF70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569810"/>
            <a:ext cx="3189449" cy="2105638"/>
          </a:xfrm>
          <a:custGeom>
            <a:avLst/>
            <a:gdLst>
              <a:gd name="connsiteX0" fmla="*/ 0 w 3189449"/>
              <a:gd name="connsiteY0" fmla="*/ 0 h 2105638"/>
              <a:gd name="connsiteX1" fmla="*/ 2946458 w 3189449"/>
              <a:gd name="connsiteY1" fmla="*/ 0 h 2105638"/>
              <a:gd name="connsiteX2" fmla="*/ 3189449 w 3189449"/>
              <a:gd name="connsiteY2" fmla="*/ 242991 h 2105638"/>
              <a:gd name="connsiteX3" fmla="*/ 3189449 w 3189449"/>
              <a:gd name="connsiteY3" fmla="*/ 1862647 h 2105638"/>
              <a:gd name="connsiteX4" fmla="*/ 2946458 w 3189449"/>
              <a:gd name="connsiteY4" fmla="*/ 2105638 h 2105638"/>
              <a:gd name="connsiteX5" fmla="*/ 0 w 3189449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9449" h="2105638">
                <a:moveTo>
                  <a:pt x="0" y="0"/>
                </a:moveTo>
                <a:lnTo>
                  <a:pt x="2946458" y="0"/>
                </a:lnTo>
                <a:cubicBezTo>
                  <a:pt x="3080658" y="0"/>
                  <a:pt x="3189449" y="108791"/>
                  <a:pt x="3189449" y="242991"/>
                </a:cubicBezTo>
                <a:lnTo>
                  <a:pt x="3189449" y="1862647"/>
                </a:lnTo>
                <a:cubicBezTo>
                  <a:pt x="3189449" y="1996847"/>
                  <a:pt x="3080658" y="2105638"/>
                  <a:pt x="2946458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98A8C-A243-F1B0-CF7C-A8504A15F5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96052890-F062-A301-BC29-834B47D13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57814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03078D-59A7-4935-A19F-637387C8D5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657600"/>
          </a:xfrm>
          <a:custGeom>
            <a:avLst/>
            <a:gdLst>
              <a:gd name="connsiteX0" fmla="*/ 0 w 12192000"/>
              <a:gd name="connsiteY0" fmla="*/ 0 h 3657600"/>
              <a:gd name="connsiteX1" fmla="*/ 12192000 w 12192000"/>
              <a:gd name="connsiteY1" fmla="*/ 0 h 3657600"/>
              <a:gd name="connsiteX2" fmla="*/ 12192000 w 12192000"/>
              <a:gd name="connsiteY2" fmla="*/ 3178875 h 3657600"/>
              <a:gd name="connsiteX3" fmla="*/ 11713275 w 12192000"/>
              <a:gd name="connsiteY3" fmla="*/ 3657600 h 3657600"/>
              <a:gd name="connsiteX4" fmla="*/ 478725 w 12192000"/>
              <a:gd name="connsiteY4" fmla="*/ 3657600 h 3657600"/>
              <a:gd name="connsiteX5" fmla="*/ 0 w 12192000"/>
              <a:gd name="connsiteY5" fmla="*/ 3178875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3657600">
                <a:moveTo>
                  <a:pt x="0" y="0"/>
                </a:moveTo>
                <a:lnTo>
                  <a:pt x="12192000" y="0"/>
                </a:lnTo>
                <a:lnTo>
                  <a:pt x="12192000" y="3178875"/>
                </a:lnTo>
                <a:cubicBezTo>
                  <a:pt x="12192000" y="3443268"/>
                  <a:pt x="11977668" y="3657600"/>
                  <a:pt x="11713275" y="3657600"/>
                </a:cubicBezTo>
                <a:lnTo>
                  <a:pt x="478725" y="3657600"/>
                </a:lnTo>
                <a:cubicBezTo>
                  <a:pt x="214332" y="3657600"/>
                  <a:pt x="0" y="3443268"/>
                  <a:pt x="0" y="317887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9E57461-E555-4DB4-AFAF-C292005EB9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85257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6CCAC54-BB23-4C64-A868-B190C66730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49572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09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FB9C39B-02F3-4BBE-8840-6427287ABF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05618" y="1293962"/>
            <a:ext cx="3515830" cy="5564038"/>
          </a:xfrm>
          <a:custGeom>
            <a:avLst/>
            <a:gdLst>
              <a:gd name="connsiteX0" fmla="*/ 271352 w 3515830"/>
              <a:gd name="connsiteY0" fmla="*/ 0 h 6165850"/>
              <a:gd name="connsiteX1" fmla="*/ 3244478 w 3515830"/>
              <a:gd name="connsiteY1" fmla="*/ 0 h 6165850"/>
              <a:gd name="connsiteX2" fmla="*/ 3515830 w 3515830"/>
              <a:gd name="connsiteY2" fmla="*/ 271352 h 6165850"/>
              <a:gd name="connsiteX3" fmla="*/ 3515830 w 3515830"/>
              <a:gd name="connsiteY3" fmla="*/ 6165850 h 6165850"/>
              <a:gd name="connsiteX4" fmla="*/ 0 w 3515830"/>
              <a:gd name="connsiteY4" fmla="*/ 6165850 h 6165850"/>
              <a:gd name="connsiteX5" fmla="*/ 0 w 3515830"/>
              <a:gd name="connsiteY5" fmla="*/ 271352 h 6165850"/>
              <a:gd name="connsiteX6" fmla="*/ 271352 w 3515830"/>
              <a:gd name="connsiteY6" fmla="*/ 0 h 616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5830" h="6165850">
                <a:moveTo>
                  <a:pt x="271352" y="0"/>
                </a:moveTo>
                <a:lnTo>
                  <a:pt x="3244478" y="0"/>
                </a:lnTo>
                <a:cubicBezTo>
                  <a:pt x="3394342" y="0"/>
                  <a:pt x="3515830" y="121488"/>
                  <a:pt x="3515830" y="271352"/>
                </a:cubicBezTo>
                <a:lnTo>
                  <a:pt x="3515830" y="6165850"/>
                </a:lnTo>
                <a:lnTo>
                  <a:pt x="0" y="6165850"/>
                </a:lnTo>
                <a:lnTo>
                  <a:pt x="0" y="271352"/>
                </a:lnTo>
                <a:cubicBezTo>
                  <a:pt x="0" y="121488"/>
                  <a:pt x="121488" y="0"/>
                  <a:pt x="27135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B4600D8C-AA8C-EA2C-7606-F17F7B157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327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C4DD4B3-3AFA-43CF-B99F-CA54EEA918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08448" y="1228164"/>
            <a:ext cx="2690675" cy="3139355"/>
          </a:xfrm>
          <a:custGeom>
            <a:avLst/>
            <a:gdLst>
              <a:gd name="connsiteX0" fmla="*/ 259758 w 2690675"/>
              <a:gd name="connsiteY0" fmla="*/ 0 h 3139355"/>
              <a:gd name="connsiteX1" fmla="*/ 2430917 w 2690675"/>
              <a:gd name="connsiteY1" fmla="*/ 0 h 3139355"/>
              <a:gd name="connsiteX2" fmla="*/ 2690675 w 2690675"/>
              <a:gd name="connsiteY2" fmla="*/ 259758 h 3139355"/>
              <a:gd name="connsiteX3" fmla="*/ 2690675 w 2690675"/>
              <a:gd name="connsiteY3" fmla="*/ 2879597 h 3139355"/>
              <a:gd name="connsiteX4" fmla="*/ 2430917 w 2690675"/>
              <a:gd name="connsiteY4" fmla="*/ 3139355 h 3139355"/>
              <a:gd name="connsiteX5" fmla="*/ 259758 w 2690675"/>
              <a:gd name="connsiteY5" fmla="*/ 3139355 h 3139355"/>
              <a:gd name="connsiteX6" fmla="*/ 0 w 2690675"/>
              <a:gd name="connsiteY6" fmla="*/ 2879597 h 3139355"/>
              <a:gd name="connsiteX7" fmla="*/ 0 w 2690675"/>
              <a:gd name="connsiteY7" fmla="*/ 259758 h 3139355"/>
              <a:gd name="connsiteX8" fmla="*/ 259758 w 2690675"/>
              <a:gd name="connsiteY8" fmla="*/ 0 h 313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0675" h="3139355">
                <a:moveTo>
                  <a:pt x="259758" y="0"/>
                </a:moveTo>
                <a:lnTo>
                  <a:pt x="2430917" y="0"/>
                </a:lnTo>
                <a:cubicBezTo>
                  <a:pt x="2574377" y="0"/>
                  <a:pt x="2690675" y="116298"/>
                  <a:pt x="2690675" y="259758"/>
                </a:cubicBezTo>
                <a:lnTo>
                  <a:pt x="2690675" y="2879597"/>
                </a:lnTo>
                <a:cubicBezTo>
                  <a:pt x="2690675" y="3023057"/>
                  <a:pt x="2574377" y="3139355"/>
                  <a:pt x="2430917" y="3139355"/>
                </a:cubicBezTo>
                <a:lnTo>
                  <a:pt x="259758" y="3139355"/>
                </a:lnTo>
                <a:cubicBezTo>
                  <a:pt x="116298" y="3139355"/>
                  <a:pt x="0" y="3023057"/>
                  <a:pt x="0" y="2879597"/>
                </a:cubicBezTo>
                <a:lnTo>
                  <a:pt x="0" y="259758"/>
                </a:lnTo>
                <a:cubicBezTo>
                  <a:pt x="0" y="116298"/>
                  <a:pt x="116298" y="0"/>
                  <a:pt x="25975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BC2389F-06E3-462D-B7A3-54F35FD424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08448" y="4536141"/>
            <a:ext cx="2690675" cy="2321859"/>
          </a:xfrm>
          <a:custGeom>
            <a:avLst/>
            <a:gdLst>
              <a:gd name="connsiteX0" fmla="*/ 263444 w 2690675"/>
              <a:gd name="connsiteY0" fmla="*/ 0 h 2321859"/>
              <a:gd name="connsiteX1" fmla="*/ 2427231 w 2690675"/>
              <a:gd name="connsiteY1" fmla="*/ 0 h 2321859"/>
              <a:gd name="connsiteX2" fmla="*/ 2690675 w 2690675"/>
              <a:gd name="connsiteY2" fmla="*/ 263444 h 2321859"/>
              <a:gd name="connsiteX3" fmla="*/ 2690675 w 2690675"/>
              <a:gd name="connsiteY3" fmla="*/ 2321859 h 2321859"/>
              <a:gd name="connsiteX4" fmla="*/ 0 w 2690675"/>
              <a:gd name="connsiteY4" fmla="*/ 2321859 h 2321859"/>
              <a:gd name="connsiteX5" fmla="*/ 0 w 2690675"/>
              <a:gd name="connsiteY5" fmla="*/ 263444 h 2321859"/>
              <a:gd name="connsiteX6" fmla="*/ 263444 w 2690675"/>
              <a:gd name="connsiteY6" fmla="*/ 0 h 2321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0675" h="2321859">
                <a:moveTo>
                  <a:pt x="263444" y="0"/>
                </a:moveTo>
                <a:lnTo>
                  <a:pt x="2427231" y="0"/>
                </a:lnTo>
                <a:cubicBezTo>
                  <a:pt x="2572727" y="0"/>
                  <a:pt x="2690675" y="117948"/>
                  <a:pt x="2690675" y="263444"/>
                </a:cubicBezTo>
                <a:lnTo>
                  <a:pt x="2690675" y="2321859"/>
                </a:lnTo>
                <a:lnTo>
                  <a:pt x="0" y="2321859"/>
                </a:lnTo>
                <a:lnTo>
                  <a:pt x="0" y="263444"/>
                </a:lnTo>
                <a:cubicBezTo>
                  <a:pt x="0" y="117948"/>
                  <a:pt x="117948" y="0"/>
                  <a:pt x="26344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9DC799F2-E3CE-CBB6-743F-AF3DED8F57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31890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1CBC098-2059-47FB-BA1A-9D28FFCE51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96878" y="1386519"/>
            <a:ext cx="4598504" cy="4084962"/>
          </a:xfrm>
          <a:custGeom>
            <a:avLst/>
            <a:gdLst>
              <a:gd name="connsiteX0" fmla="*/ 216219 w 4598504"/>
              <a:gd name="connsiteY0" fmla="*/ 0 h 4084962"/>
              <a:gd name="connsiteX1" fmla="*/ 4382285 w 4598504"/>
              <a:gd name="connsiteY1" fmla="*/ 0 h 4084962"/>
              <a:gd name="connsiteX2" fmla="*/ 4598504 w 4598504"/>
              <a:gd name="connsiteY2" fmla="*/ 224754 h 4084962"/>
              <a:gd name="connsiteX3" fmla="*/ 4598504 w 4598504"/>
              <a:gd name="connsiteY3" fmla="*/ 3860208 h 4084962"/>
              <a:gd name="connsiteX4" fmla="*/ 4382285 w 4598504"/>
              <a:gd name="connsiteY4" fmla="*/ 4084962 h 4084962"/>
              <a:gd name="connsiteX5" fmla="*/ 216219 w 4598504"/>
              <a:gd name="connsiteY5" fmla="*/ 4084962 h 4084962"/>
              <a:gd name="connsiteX6" fmla="*/ 0 w 4598504"/>
              <a:gd name="connsiteY6" fmla="*/ 3860208 h 4084962"/>
              <a:gd name="connsiteX7" fmla="*/ 0 w 4598504"/>
              <a:gd name="connsiteY7" fmla="*/ 224754 h 4084962"/>
              <a:gd name="connsiteX8" fmla="*/ 216219 w 4598504"/>
              <a:gd name="connsiteY8" fmla="*/ 0 h 408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8504" h="4084962">
                <a:moveTo>
                  <a:pt x="216219" y="0"/>
                </a:moveTo>
                <a:lnTo>
                  <a:pt x="4382285" y="0"/>
                </a:lnTo>
                <a:cubicBezTo>
                  <a:pt x="4501700" y="0"/>
                  <a:pt x="4598504" y="100626"/>
                  <a:pt x="4598504" y="224754"/>
                </a:cubicBezTo>
                <a:lnTo>
                  <a:pt x="4598504" y="3860208"/>
                </a:lnTo>
                <a:cubicBezTo>
                  <a:pt x="4598504" y="3984337"/>
                  <a:pt x="4501700" y="4084962"/>
                  <a:pt x="4382285" y="4084962"/>
                </a:cubicBezTo>
                <a:lnTo>
                  <a:pt x="216219" y="4084962"/>
                </a:lnTo>
                <a:cubicBezTo>
                  <a:pt x="96804" y="4084962"/>
                  <a:pt x="0" y="3984337"/>
                  <a:pt x="0" y="3860208"/>
                </a:cubicBezTo>
                <a:lnTo>
                  <a:pt x="0" y="224754"/>
                </a:lnTo>
                <a:cubicBezTo>
                  <a:pt x="0" y="100626"/>
                  <a:pt x="96804" y="0"/>
                  <a:pt x="21621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E9AF0-7616-21E3-5C98-061DF965BA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8939" y="1336001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F7126D28-1710-8B0A-9FE3-780C7BDB2F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6926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2E613FC-630F-41A9-8B5F-7E0A9811FE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8496" y="1636393"/>
            <a:ext cx="4663685" cy="2593429"/>
          </a:xfrm>
          <a:custGeom>
            <a:avLst/>
            <a:gdLst>
              <a:gd name="connsiteX0" fmla="*/ 0 w 4663685"/>
              <a:gd name="connsiteY0" fmla="*/ 0 h 2593429"/>
              <a:gd name="connsiteX1" fmla="*/ 4663685 w 4663685"/>
              <a:gd name="connsiteY1" fmla="*/ 0 h 2593429"/>
              <a:gd name="connsiteX2" fmla="*/ 4663685 w 4663685"/>
              <a:gd name="connsiteY2" fmla="*/ 2593429 h 2593429"/>
              <a:gd name="connsiteX3" fmla="*/ 0 w 4663685"/>
              <a:gd name="connsiteY3" fmla="*/ 2593429 h 259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3685" h="2593429">
                <a:moveTo>
                  <a:pt x="0" y="0"/>
                </a:moveTo>
                <a:lnTo>
                  <a:pt x="4663685" y="0"/>
                </a:lnTo>
                <a:lnTo>
                  <a:pt x="4663685" y="2593429"/>
                </a:lnTo>
                <a:lnTo>
                  <a:pt x="0" y="25934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8C236A3-B433-0AE0-6F6C-ADA9651FE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179E1205-A18D-C19B-8A8D-DE6B6F8A76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4274588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16B878-D898-4DC6-B0C9-591ECD6BB3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08408" y="1184719"/>
            <a:ext cx="3998913" cy="3464418"/>
          </a:xfrm>
          <a:custGeom>
            <a:avLst/>
            <a:gdLst>
              <a:gd name="connsiteX0" fmla="*/ 797719 w 3998913"/>
              <a:gd name="connsiteY0" fmla="*/ 0 h 3464418"/>
              <a:gd name="connsiteX1" fmla="*/ 3998913 w 3998913"/>
              <a:gd name="connsiteY1" fmla="*/ 1042987 h 3464418"/>
              <a:gd name="connsiteX2" fmla="*/ 2955132 w 3998913"/>
              <a:gd name="connsiteY2" fmla="*/ 3464418 h 3464418"/>
              <a:gd name="connsiteX3" fmla="*/ 0 w 3998913"/>
              <a:gd name="connsiteY3" fmla="*/ 2053925 h 346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8913" h="3464418">
                <a:moveTo>
                  <a:pt x="797719" y="0"/>
                </a:moveTo>
                <a:lnTo>
                  <a:pt x="3998913" y="1042987"/>
                </a:lnTo>
                <a:lnTo>
                  <a:pt x="2955132" y="3464418"/>
                </a:lnTo>
                <a:lnTo>
                  <a:pt x="0" y="205392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D2D6CE0-6ED7-9932-A25D-6C78B96C04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09816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B67DA887-9F84-22FB-B421-0661EAAC2F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632391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3018D256-3379-1261-2756-0E03D91FD6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2182" y="2254310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Content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734433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72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9C91FAB-7600-4BD4-9C63-4F2FF2C19190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3273040"/>
            <a:chExt cx="11573353" cy="3587612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033F4D4-3759-9686-A151-BCD88D73B31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3273040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7FA6E7-65F0-D157-230E-E133AE5B7C49}"/>
                </a:ext>
              </a:extLst>
            </p:cNvPr>
            <p:cNvSpPr/>
            <p:nvPr userDrawn="1"/>
          </p:nvSpPr>
          <p:spPr>
            <a:xfrm>
              <a:off x="3523144" y="402439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9596BA-FA3C-FECA-CE6B-0FE9A75849FF}"/>
                </a:ext>
              </a:extLst>
            </p:cNvPr>
            <p:cNvSpPr/>
            <p:nvPr userDrawn="1"/>
          </p:nvSpPr>
          <p:spPr>
            <a:xfrm>
              <a:off x="6101400" y="427822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0DBB012-6E51-E4D2-FD3D-D1018C8824BA}"/>
                </a:ext>
              </a:extLst>
            </p:cNvPr>
            <p:cNvSpPr/>
            <p:nvPr userDrawn="1"/>
          </p:nvSpPr>
          <p:spPr>
            <a:xfrm>
              <a:off x="309324" y="389747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240E645-110E-ADBD-F2D3-778CE36F2F4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3689333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6DBCF7E-5E9B-069B-1C52-7A3DB6F1D58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3481186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70128EB-0346-668B-A9B0-67DF00EBB41C}"/>
                </a:ext>
              </a:extLst>
            </p:cNvPr>
            <p:cNvSpPr/>
            <p:nvPr userDrawn="1"/>
          </p:nvSpPr>
          <p:spPr>
            <a:xfrm>
              <a:off x="7372528" y="415130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856A4E8-27FD-BFBA-3828-9942048D1AFA}"/>
                </a:ext>
              </a:extLst>
            </p:cNvPr>
            <p:cNvSpPr/>
            <p:nvPr userDrawn="1"/>
          </p:nvSpPr>
          <p:spPr>
            <a:xfrm>
              <a:off x="944888" y="4912799"/>
              <a:ext cx="25200" cy="1943483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09095-60AE-5ED3-A9FE-AFD9AA54D7C5}"/>
                </a:ext>
              </a:extLst>
            </p:cNvPr>
            <p:cNvSpPr/>
            <p:nvPr userDrawn="1"/>
          </p:nvSpPr>
          <p:spPr>
            <a:xfrm>
              <a:off x="2252016" y="5547373"/>
              <a:ext cx="25200" cy="1308908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4F06C35-BD39-D9DE-3580-1DA4138DD320}"/>
                </a:ext>
              </a:extLst>
            </p:cNvPr>
            <p:cNvSpPr/>
            <p:nvPr userDrawn="1"/>
          </p:nvSpPr>
          <p:spPr>
            <a:xfrm>
              <a:off x="2887580" y="5166629"/>
              <a:ext cx="25200" cy="1689653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9246507-7C93-EE4C-21C0-E1CF0DD19F41}"/>
                </a:ext>
              </a:extLst>
            </p:cNvPr>
            <p:cNvSpPr/>
            <p:nvPr userDrawn="1"/>
          </p:nvSpPr>
          <p:spPr>
            <a:xfrm>
              <a:off x="4158708" y="4405139"/>
              <a:ext cx="25200" cy="2451143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E36B2EDF-FA8B-0FF0-B921-AD246B9C4F0D}"/>
                </a:ext>
              </a:extLst>
            </p:cNvPr>
            <p:cNvSpPr/>
            <p:nvPr userDrawn="1"/>
          </p:nvSpPr>
          <p:spPr>
            <a:xfrm>
              <a:off x="4794272" y="4532054"/>
              <a:ext cx="25200" cy="2324228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302EA32-D69C-3C2D-A97F-3DE91E991140}"/>
                </a:ext>
              </a:extLst>
            </p:cNvPr>
            <p:cNvSpPr/>
            <p:nvPr userDrawn="1"/>
          </p:nvSpPr>
          <p:spPr>
            <a:xfrm>
              <a:off x="6736964" y="5674288"/>
              <a:ext cx="25200" cy="1181993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60149D19-3080-E0DB-ECC1-E6B14E5A9525}"/>
                </a:ext>
              </a:extLst>
            </p:cNvPr>
            <p:cNvSpPr/>
            <p:nvPr userDrawn="1"/>
          </p:nvSpPr>
          <p:spPr>
            <a:xfrm>
              <a:off x="8008092" y="5039714"/>
              <a:ext cx="25200" cy="1816568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3C35910-DE2C-5F17-06B5-86CF42CCC189}"/>
                </a:ext>
              </a:extLst>
            </p:cNvPr>
            <p:cNvSpPr/>
            <p:nvPr userDrawn="1"/>
          </p:nvSpPr>
          <p:spPr>
            <a:xfrm>
              <a:off x="9315220" y="4785884"/>
              <a:ext cx="25200" cy="207039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C55CF612-C43B-51DF-975B-0DFDF01B422F}"/>
                </a:ext>
              </a:extLst>
            </p:cNvPr>
            <p:cNvSpPr/>
            <p:nvPr userDrawn="1"/>
          </p:nvSpPr>
          <p:spPr>
            <a:xfrm>
              <a:off x="9950784" y="5420459"/>
              <a:ext cx="25200" cy="1435823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1B778DA9-F800-B347-3086-3C3B52FC983A}"/>
                </a:ext>
              </a:extLst>
            </p:cNvPr>
            <p:cNvSpPr/>
            <p:nvPr userDrawn="1"/>
          </p:nvSpPr>
          <p:spPr>
            <a:xfrm>
              <a:off x="10586348" y="5801197"/>
              <a:ext cx="25200" cy="1055086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9D60B837-3C73-ABDF-1D45-51DD74F22FE3}"/>
                </a:ext>
              </a:extLst>
            </p:cNvPr>
            <p:cNvSpPr/>
            <p:nvPr userDrawn="1"/>
          </p:nvSpPr>
          <p:spPr>
            <a:xfrm>
              <a:off x="11221912" y="4658969"/>
              <a:ext cx="25200" cy="2197313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9FD26E8D-68B6-0C0F-31F1-2B45F2035DDB}"/>
                </a:ext>
              </a:extLst>
            </p:cNvPr>
            <p:cNvSpPr/>
            <p:nvPr userDrawn="1"/>
          </p:nvSpPr>
          <p:spPr>
            <a:xfrm>
              <a:off x="11857477" y="5293544"/>
              <a:ext cx="25200" cy="1562738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7C2ACBA-5639-4B2A-8BF7-098ABF023151}"/>
              </a:ext>
            </a:extLst>
          </p:cNvPr>
          <p:cNvSpPr txBox="1"/>
          <p:nvPr userDrawn="1"/>
        </p:nvSpPr>
        <p:spPr>
          <a:xfrm>
            <a:off x="309523" y="378023"/>
            <a:ext cx="1991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PowerShell + DevOps </a:t>
            </a:r>
            <a:r>
              <a:rPr lang="en-US" sz="1400" b="1" kern="120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Global Summit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7BFD9-1464-4228-FCE9-787B77E2F4BB}"/>
              </a:ext>
            </a:extLst>
          </p:cNvPr>
          <p:cNvSpPr txBox="1"/>
          <p:nvPr userDrawn="1"/>
        </p:nvSpPr>
        <p:spPr>
          <a:xfrm>
            <a:off x="5050772" y="6201827"/>
            <a:ext cx="1991947" cy="307777"/>
          </a:xfrm>
          <a:prstGeom prst="rect">
            <a:avLst/>
          </a:prstGeom>
          <a:solidFill>
            <a:srgbClr val="2298B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April 13-16</a:t>
            </a:r>
            <a:r>
              <a:rPr lang="en-US" sz="1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, 2026</a:t>
            </a:r>
          </a:p>
        </p:txBody>
      </p:sp>
      <p:pic>
        <p:nvPicPr>
          <p:cNvPr id="2" name="Picture 2" descr="See the source image">
            <a:extLst>
              <a:ext uri="{FF2B5EF4-FFF2-40B4-BE49-F238E27FC236}">
                <a16:creationId xmlns:a16="http://schemas.microsoft.com/office/drawing/2014/main" id="{8BC9188D-0421-911F-9F07-68606BC9BD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1" y="6212412"/>
            <a:ext cx="1482436" cy="52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E00CA1F1-F557-714B-4166-78EB6EB1A08E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739775" y="185585"/>
            <a:ext cx="2177038" cy="52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225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59" r:id="rId12"/>
    <p:sldLayoutId id="2147483661" r:id="rId13"/>
    <p:sldLayoutId id="2147483662" r:id="rId14"/>
    <p:sldLayoutId id="2147483663" r:id="rId15"/>
    <p:sldLayoutId id="2147483665" r:id="rId16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704A31F-EF31-8A4E-E0EA-3FDA4D928352}"/>
              </a:ext>
            </a:extLst>
          </p:cNvPr>
          <p:cNvGrpSpPr/>
          <p:nvPr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C0254C9C-EA6C-E992-5E15-12F67B3792B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406A943-9F41-D2D2-35EF-E9D15A5FFB3A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DBD74D0-1798-E843-EF53-4BE8BD460B32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41B640-242B-BBEE-87A2-DECA4D0E842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16">
              <a:extLst>
                <a:ext uri="{FF2B5EF4-FFF2-40B4-BE49-F238E27FC236}">
                  <a16:creationId xmlns:a16="http://schemas.microsoft.com/office/drawing/2014/main" id="{8247B6E2-0E43-A316-1835-E4CA57E6EA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 17">
              <a:extLst>
                <a:ext uri="{FF2B5EF4-FFF2-40B4-BE49-F238E27FC236}">
                  <a16:creationId xmlns:a16="http://schemas.microsoft.com/office/drawing/2014/main" id="{DEA90EB9-5D84-CF3B-7C71-395E3D0A9C4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6597D9-93AD-9E14-EDAC-083BDB7BEC40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2FDCBFD3-E3B5-F202-C374-7A95F5980DF9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30">
              <a:extLst>
                <a:ext uri="{FF2B5EF4-FFF2-40B4-BE49-F238E27FC236}">
                  <a16:creationId xmlns:a16="http://schemas.microsoft.com/office/drawing/2014/main" id="{4CAAB506-027A-B25A-7408-B6918C2B0163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2D002183-573B-F6C2-C349-0A7346C31DDC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3458DB6B-84AB-BE00-A98D-033DBF7F3CEC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7">
              <a:extLst>
                <a:ext uri="{FF2B5EF4-FFF2-40B4-BE49-F238E27FC236}">
                  <a16:creationId xmlns:a16="http://schemas.microsoft.com/office/drawing/2014/main" id="{A4B62397-A998-6F3C-912A-C7000F3EB74F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9">
              <a:extLst>
                <a:ext uri="{FF2B5EF4-FFF2-40B4-BE49-F238E27FC236}">
                  <a16:creationId xmlns:a16="http://schemas.microsoft.com/office/drawing/2014/main" id="{7931AB27-D710-9446-950E-954D34D125A6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41">
              <a:extLst>
                <a:ext uri="{FF2B5EF4-FFF2-40B4-BE49-F238E27FC236}">
                  <a16:creationId xmlns:a16="http://schemas.microsoft.com/office/drawing/2014/main" id="{AEBA23FB-8045-6B45-9D71-2C118614C548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43">
              <a:extLst>
                <a:ext uri="{FF2B5EF4-FFF2-40B4-BE49-F238E27FC236}">
                  <a16:creationId xmlns:a16="http://schemas.microsoft.com/office/drawing/2014/main" id="{47D2A404-7850-6367-8C68-611A09CDC560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45">
              <a:extLst>
                <a:ext uri="{FF2B5EF4-FFF2-40B4-BE49-F238E27FC236}">
                  <a16:creationId xmlns:a16="http://schemas.microsoft.com/office/drawing/2014/main" id="{C1C989C5-A407-B562-B713-576A2485A695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7">
              <a:extLst>
                <a:ext uri="{FF2B5EF4-FFF2-40B4-BE49-F238E27FC236}">
                  <a16:creationId xmlns:a16="http://schemas.microsoft.com/office/drawing/2014/main" id="{1350824C-89AB-C83C-C91C-B70EF5D0AC7E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9">
              <a:extLst>
                <a:ext uri="{FF2B5EF4-FFF2-40B4-BE49-F238E27FC236}">
                  <a16:creationId xmlns:a16="http://schemas.microsoft.com/office/drawing/2014/main" id="{23D3AF71-F4C0-BAED-244E-DCBD08F3EA61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758A5ADF-01F4-3710-BF33-47A561494866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73641AE-B080-7FF6-1C78-E41F6FD55660}"/>
              </a:ext>
            </a:extLst>
          </p:cNvPr>
          <p:cNvSpPr txBox="1"/>
          <p:nvPr/>
        </p:nvSpPr>
        <p:spPr>
          <a:xfrm>
            <a:off x="196647" y="1402445"/>
            <a:ext cx="117987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835400" algn="l"/>
              </a:tabLst>
            </a:pPr>
            <a:r>
              <a:rPr lang="en-US" sz="100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PowerShell for Life</a:t>
            </a:r>
            <a:endParaRPr lang="en-US" sz="10000" b="1" dirty="0">
              <a:ln>
                <a:solidFill>
                  <a:schemeClr val="bg1"/>
                </a:solidFill>
              </a:ln>
              <a:gradFill flip="none" rotWithShape="1"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  <a:tileRect/>
              </a:gra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D6FF6D-E209-303E-C09F-D0BED1E668CB}"/>
              </a:ext>
            </a:extLst>
          </p:cNvPr>
          <p:cNvSpPr txBox="1"/>
          <p:nvPr/>
        </p:nvSpPr>
        <p:spPr>
          <a:xfrm>
            <a:off x="3363958" y="3960262"/>
            <a:ext cx="5290495" cy="432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spc="400" dirty="0">
                <a:solidFill>
                  <a:schemeClr val="bg1"/>
                </a:solidFill>
                <a:latin typeface="Play" panose="00000500000000000000" pitchFamily="2" charset="0"/>
                <a:cs typeface="Space Grotesk" pitchFamily="2" charset="0"/>
              </a:rPr>
              <a:t>Matthew Dowst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03A83D-15FC-86E3-E67D-0B27149CEBD7}"/>
              </a:ext>
            </a:extLst>
          </p:cNvPr>
          <p:cNvSpPr txBox="1"/>
          <p:nvPr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1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A93C3EE-8D33-5092-8947-C57C4C294033}"/>
              </a:ext>
            </a:extLst>
          </p:cNvPr>
          <p:cNvSpPr/>
          <p:nvPr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FDE28B2-7605-D9E6-2B25-4FE00842F4E8}"/>
              </a:ext>
            </a:extLst>
          </p:cNvPr>
          <p:cNvSpPr/>
          <p:nvPr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6ABA97-73EA-77D4-BF16-AECA3FC29EBF}"/>
              </a:ext>
            </a:extLst>
          </p:cNvPr>
          <p:cNvSpPr txBox="1"/>
          <p:nvPr/>
        </p:nvSpPr>
        <p:spPr>
          <a:xfrm>
            <a:off x="3393266" y="4692957"/>
            <a:ext cx="5290495" cy="4293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1" spc="400" dirty="0">
                <a:latin typeface="Play"/>
                <a:cs typeface="Space Grotesk" pitchFamily="2" charset="0"/>
              </a:rPr>
              <a:t>@mdowst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1A04D2-33C3-E417-4425-BFE74093DE7B}"/>
              </a:ext>
            </a:extLst>
          </p:cNvPr>
          <p:cNvSpPr txBox="1"/>
          <p:nvPr/>
        </p:nvSpPr>
        <p:spPr>
          <a:xfrm>
            <a:off x="227246" y="2751822"/>
            <a:ext cx="117987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835400" algn="l"/>
              </a:tabLst>
            </a:pPr>
            <a:r>
              <a:rPr lang="en-US" sz="60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Automate the Everyday</a:t>
            </a:r>
            <a:endParaRPr lang="en-US" sz="10000" b="1" dirty="0">
              <a:ln>
                <a:solidFill>
                  <a:schemeClr val="bg1"/>
                </a:solidFill>
              </a:ln>
              <a:gradFill flip="none" rotWithShape="1"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  <a:tileRect/>
              </a:gradFill>
              <a:latin typeface="Space Grotesk" pitchFamily="2" charset="0"/>
              <a:cs typeface="Space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109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of a chocolate bar&#10;&#10;AI-generated content may be incorrect.">
            <a:extLst>
              <a:ext uri="{FF2B5EF4-FFF2-40B4-BE49-F238E27FC236}">
                <a16:creationId xmlns:a16="http://schemas.microsoft.com/office/drawing/2014/main" id="{4C8B71A1-F742-31A9-70E6-B39CC1967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3709"/>
            <a:ext cx="12192000" cy="553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A5E80C-1370-BB3A-93F4-2A7352A64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B1D915-E2C0-78E1-07D0-320EF3755B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5" y="1992193"/>
            <a:ext cx="9903723" cy="2834844"/>
          </a:xfrm>
        </p:spPr>
        <p:txBody>
          <a:bodyPr/>
          <a:lstStyle/>
          <a:p>
            <a:r>
              <a:rPr lang="en-US" dirty="0"/>
              <a:t>Principal Consultant</a:t>
            </a:r>
          </a:p>
          <a:p>
            <a:r>
              <a:rPr lang="en-US" dirty="0"/>
              <a:t>2x Microsoft MVP</a:t>
            </a:r>
          </a:p>
          <a:p>
            <a:r>
              <a:rPr lang="en-US" dirty="0"/>
              <a:t>Father of 2</a:t>
            </a:r>
          </a:p>
          <a:p>
            <a:r>
              <a:rPr lang="en-US" dirty="0"/>
              <a:t>PowerShell Weekly</a:t>
            </a:r>
          </a:p>
          <a:p>
            <a:r>
              <a:rPr lang="en-US" dirty="0" err="1"/>
              <a:t>PoshBytes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20E266-7E02-61FE-E90F-A6A22738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567" y="158091"/>
            <a:ext cx="8143337" cy="1325563"/>
          </a:xfrm>
        </p:spPr>
        <p:txBody>
          <a:bodyPr/>
          <a:lstStyle/>
          <a:p>
            <a:r>
              <a:rPr lang="en-US" dirty="0"/>
              <a:t>Matthew Dowst</a:t>
            </a:r>
          </a:p>
        </p:txBody>
      </p:sp>
      <p:pic>
        <p:nvPicPr>
          <p:cNvPr id="4" name="Picture Placeholder 11">
            <a:extLst>
              <a:ext uri="{FF2B5EF4-FFF2-40B4-BE49-F238E27FC236}">
                <a16:creationId xmlns:a16="http://schemas.microsoft.com/office/drawing/2014/main" id="{1753E2F2-5B06-06E6-82BC-B72562279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877212" y="3428839"/>
            <a:ext cx="1896999" cy="2371249"/>
          </a:xfrm>
          <a:prstGeom prst="rect">
            <a:avLst/>
          </a:prstGeom>
          <a:noFill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2" descr="Generative AI Innovation Workshop | Quisitive">
            <a:extLst>
              <a:ext uri="{FF2B5EF4-FFF2-40B4-BE49-F238E27FC236}">
                <a16:creationId xmlns:a16="http://schemas.microsoft.com/office/drawing/2014/main" id="{56CFEB55-404F-21B2-F85F-056FEAF73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438" y="4942796"/>
            <a:ext cx="4052693" cy="624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8F36BE6-206A-B16E-87A5-A50CF7492915}"/>
              </a:ext>
            </a:extLst>
          </p:cNvPr>
          <p:cNvSpPr/>
          <p:nvPr/>
        </p:nvSpPr>
        <p:spPr>
          <a:xfrm>
            <a:off x="7949179" y="1719100"/>
            <a:ext cx="4081090" cy="408098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qr code with a star in the middle&#10;&#10;AI-generated content may be incorrect.">
            <a:extLst>
              <a:ext uri="{FF2B5EF4-FFF2-40B4-BE49-F238E27FC236}">
                <a16:creationId xmlns:a16="http://schemas.microsoft.com/office/drawing/2014/main" id="{A0A43F5D-CFE8-9BC1-1F8E-98A6D2E99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6591" y="1749818"/>
            <a:ext cx="4063677" cy="403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991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8E8CCF-C19E-EFC1-EBF6-67C7F410C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B0EC72D-6BD5-F2CA-0E5F-4FFAAF01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4650" y="1047750"/>
            <a:ext cx="63627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3836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5610F-322B-4DD1-8AA0-F9773EDD4C17}"/>
              </a:ext>
            </a:extLst>
          </p:cNvPr>
          <p:cNvSpPr txBox="1"/>
          <p:nvPr/>
        </p:nvSpPr>
        <p:spPr>
          <a:xfrm>
            <a:off x="934241" y="1895664"/>
            <a:ext cx="10323517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tabLst>
                <a:tab pos="3835400" algn="l"/>
              </a:tabLst>
              <a:defRPr sz="180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defRPr>
            </a:lvl1pPr>
          </a:lstStyle>
          <a:p>
            <a:r>
              <a:rPr lang="en-US" sz="12500" dirty="0">
                <a:ln>
                  <a:solidFill>
                    <a:schemeClr val="bg1"/>
                  </a:soli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The Fun Part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4C12DB-2D4D-6777-8D8B-0B0A0FFA82B7}"/>
              </a:ext>
            </a:extLst>
          </p:cNvPr>
          <p:cNvCxnSpPr>
            <a:cxnSpLocks/>
          </p:cNvCxnSpPr>
          <p:nvPr/>
        </p:nvCxnSpPr>
        <p:spPr>
          <a:xfrm>
            <a:off x="898419" y="3911600"/>
            <a:ext cx="1039516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38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5D00F-16D6-BCB3-A574-0FCE47E74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02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EA86E6-41C1-E03D-A5C1-B6F73A87D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71E52B-172B-E56B-B927-8C2DA1D87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120422"/>
              </p:ext>
            </p:extLst>
          </p:nvPr>
        </p:nvGraphicFramePr>
        <p:xfrm>
          <a:off x="61209" y="205726"/>
          <a:ext cx="5120640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104280388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depth</a:t>
                      </a:r>
                      <a:endParaRPr sz="16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$</a:t>
                      </a:r>
                      <a:r>
                        <a:rPr sz="1600" dirty="0" err="1">
                          <a:solidFill>
                            <a:schemeClr val="bg1"/>
                          </a:solidFill>
                        </a:rPr>
                        <a:t>orderedGiver</a:t>
                      </a:r>
                      <a:endParaRPr sz="16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$</a:t>
                      </a:r>
                      <a:r>
                        <a:rPr sz="1600" dirty="0" err="1">
                          <a:solidFill>
                            <a:schemeClr val="bg1"/>
                          </a:solidFill>
                        </a:rPr>
                        <a:t>candidatesByIndex</a:t>
                      </a:r>
                      <a:endParaRPr sz="16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$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usedReceivers</a:t>
                      </a:r>
                      <a:endParaRPr sz="16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chemeClr val="bg1"/>
                          </a:solidFill>
                        </a:rPr>
                        <a:t>Alice</a:t>
                      </a:r>
                    </a:p>
                  </a:txBody>
                  <a:tcPr marL="45720" marR="45720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Dave</a:t>
                      </a: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sz="1600">
                          <a:solidFill>
                            <a:schemeClr val="bg1"/>
                          </a:solidFill>
                        </a:rPr>
                        <a:t>Bob</a:t>
                      </a:r>
                      <a:endParaRPr sz="16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chemeClr val="bg1"/>
                          </a:solidFill>
                        </a:rPr>
                        <a:t>Bob</a:t>
                      </a:r>
                    </a:p>
                  </a:txBody>
                  <a:tcPr marL="45720" marR="45720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chemeClr val="bg1"/>
                          </a:solidFill>
                        </a:rPr>
                        <a:t>Alice,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Carol</a:t>
                      </a:r>
                      <a:endParaRPr sz="16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chemeClr val="bg1"/>
                          </a:solidFill>
                        </a:rPr>
                        <a:t>Carol</a:t>
                      </a:r>
                    </a:p>
                  </a:txBody>
                  <a:tcPr marL="45720" marR="45720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Alice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,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Dave</a:t>
                      </a:r>
                      <a:endParaRPr sz="16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chemeClr val="bg1"/>
                          </a:solidFill>
                        </a:rPr>
                        <a:t>Dave</a:t>
                      </a:r>
                    </a:p>
                  </a:txBody>
                  <a:tcPr marL="45720" marR="45720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chemeClr val="bg1"/>
                          </a:solidFill>
                        </a:rPr>
                        <a:t>Carol, Alice, Bob</a:t>
                      </a:r>
                    </a:p>
                  </a:txBody>
                  <a:tcPr marL="45720" marR="45720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FB2512F-4A84-565A-3045-B4811AA46195}"/>
              </a:ext>
            </a:extLst>
          </p:cNvPr>
          <p:cNvSpPr/>
          <p:nvPr/>
        </p:nvSpPr>
        <p:spPr>
          <a:xfrm>
            <a:off x="1297940" y="2427180"/>
            <a:ext cx="1828800" cy="5486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/>
            </a:pPr>
            <a:r>
              <a:rPr sz="1600" dirty="0"/>
              <a:t>Alice at depth 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DEE118-2D57-F5E2-E18D-D85D8197E299}"/>
              </a:ext>
            </a:extLst>
          </p:cNvPr>
          <p:cNvSpPr/>
          <p:nvPr/>
        </p:nvSpPr>
        <p:spPr>
          <a:xfrm>
            <a:off x="1297940" y="3341580"/>
            <a:ext cx="1828800" cy="5486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/>
            </a:pPr>
            <a:r>
              <a:rPr sz="1600" dirty="0"/>
              <a:t>Assign </a:t>
            </a:r>
            <a:r>
              <a:rPr lang="en-US" sz="1600" dirty="0"/>
              <a:t>Dave</a:t>
            </a:r>
            <a:endParaRPr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396538-B185-88AC-49ED-F17BBC889D83}"/>
              </a:ext>
            </a:extLst>
          </p:cNvPr>
          <p:cNvSpPr/>
          <p:nvPr/>
        </p:nvSpPr>
        <p:spPr>
          <a:xfrm>
            <a:off x="1297940" y="5764740"/>
            <a:ext cx="1828800" cy="5486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/>
            </a:pPr>
            <a:r>
              <a:rPr lang="en-US" sz="1600" dirty="0"/>
              <a:t>m</a:t>
            </a:r>
            <a:r>
              <a:rPr sz="1600" dirty="0"/>
              <a:t>ark </a:t>
            </a:r>
            <a:r>
              <a:rPr lang="en-US" sz="1600" dirty="0"/>
              <a:t>Dave</a:t>
            </a:r>
            <a:r>
              <a:rPr sz="1600" dirty="0"/>
              <a:t> used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95FC93-4966-4859-6780-AA6F9DA16512}"/>
              </a:ext>
            </a:extLst>
          </p:cNvPr>
          <p:cNvSpPr/>
          <p:nvPr/>
        </p:nvSpPr>
        <p:spPr>
          <a:xfrm>
            <a:off x="3492500" y="2427180"/>
            <a:ext cx="1828800" cy="5486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/>
            </a:pPr>
            <a:r>
              <a:rPr sz="1600" dirty="0"/>
              <a:t>Bob at depth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073F17-FD78-CF4D-DBFC-B13964F202CC}"/>
              </a:ext>
            </a:extLst>
          </p:cNvPr>
          <p:cNvSpPr/>
          <p:nvPr/>
        </p:nvSpPr>
        <p:spPr>
          <a:xfrm>
            <a:off x="3492500" y="3341580"/>
            <a:ext cx="1828800" cy="5486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/>
            </a:pPr>
            <a:r>
              <a:rPr sz="1600"/>
              <a:t>Assign Alice</a:t>
            </a: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736AAC7B-0D36-F666-A137-D0AB79B1BD16}"/>
              </a:ext>
            </a:extLst>
          </p:cNvPr>
          <p:cNvSpPr/>
          <p:nvPr/>
        </p:nvSpPr>
        <p:spPr>
          <a:xfrm>
            <a:off x="3492500" y="4255980"/>
            <a:ext cx="1828800" cy="914400"/>
          </a:xfrm>
          <a:prstGeom prst="diamond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/>
            </a:pPr>
            <a:r>
              <a:rPr lang="en-US" sz="1200" dirty="0"/>
              <a:t>Is Alice used?</a:t>
            </a:r>
            <a:endParaRPr sz="12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B38BBE3-50A4-3564-9647-5C93E4DDBEA1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2212340" y="2975820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E4C7508-9327-2F2D-7D73-D0719D10F300}"/>
              </a:ext>
            </a:extLst>
          </p:cNvPr>
          <p:cNvCxnSpPr>
            <a:cxnSpLocks/>
            <a:stCxn id="6" idx="2"/>
            <a:endCxn id="50" idx="0"/>
          </p:cNvCxnSpPr>
          <p:nvPr/>
        </p:nvCxnSpPr>
        <p:spPr>
          <a:xfrm>
            <a:off x="2212340" y="3890220"/>
            <a:ext cx="0" cy="361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1E5081A-9408-1AB4-3141-AA2D7E21D4AE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4406900" y="2975820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AEC5F5B-01A9-6FD7-42D3-55796C0B5D70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>
            <a:off x="4406900" y="3890220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6FE40795-3A83-966E-0F60-95F6BE76955B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 flipV="1">
            <a:off x="3126740" y="2701500"/>
            <a:ext cx="365760" cy="33375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6040F0D-6864-9EC7-91E4-5C5E3431D335}"/>
              </a:ext>
            </a:extLst>
          </p:cNvPr>
          <p:cNvCxnSpPr>
            <a:cxnSpLocks/>
            <a:stCxn id="50" idx="2"/>
            <a:endCxn id="7" idx="0"/>
          </p:cNvCxnSpPr>
          <p:nvPr/>
        </p:nvCxnSpPr>
        <p:spPr>
          <a:xfrm>
            <a:off x="2212340" y="5166346"/>
            <a:ext cx="0" cy="598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5F7F5581-7AAA-7848-DABE-59015E2060F2}"/>
              </a:ext>
            </a:extLst>
          </p:cNvPr>
          <p:cNvSpPr/>
          <p:nvPr/>
        </p:nvSpPr>
        <p:spPr>
          <a:xfrm>
            <a:off x="2050410" y="5325023"/>
            <a:ext cx="322470" cy="21111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/>
            </a:pPr>
            <a:r>
              <a:rPr lang="en-US" sz="800" dirty="0"/>
              <a:t>No</a:t>
            </a:r>
            <a:endParaRPr sz="16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4026C2A-7CA9-A581-38C4-0715AB941CEA}"/>
              </a:ext>
            </a:extLst>
          </p:cNvPr>
          <p:cNvSpPr/>
          <p:nvPr/>
        </p:nvSpPr>
        <p:spPr>
          <a:xfrm>
            <a:off x="3492500" y="5764740"/>
            <a:ext cx="1828800" cy="5486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/>
            </a:pPr>
            <a:r>
              <a:rPr lang="en-US" sz="1600" dirty="0"/>
              <a:t>m</a:t>
            </a:r>
            <a:r>
              <a:rPr sz="1600" dirty="0"/>
              <a:t>ark </a:t>
            </a:r>
            <a:r>
              <a:rPr lang="en-US" sz="1600" dirty="0"/>
              <a:t>Alice</a:t>
            </a:r>
            <a:r>
              <a:rPr sz="1600" dirty="0"/>
              <a:t> used</a:t>
            </a:r>
          </a:p>
        </p:txBody>
      </p:sp>
      <p:sp>
        <p:nvSpPr>
          <p:cNvPr id="50" name="Diamond 49">
            <a:extLst>
              <a:ext uri="{FF2B5EF4-FFF2-40B4-BE49-F238E27FC236}">
                <a16:creationId xmlns:a16="http://schemas.microsoft.com/office/drawing/2014/main" id="{6B4A6E02-AF79-E7CC-624B-0257E49A3663}"/>
              </a:ext>
            </a:extLst>
          </p:cNvPr>
          <p:cNvSpPr/>
          <p:nvPr/>
        </p:nvSpPr>
        <p:spPr>
          <a:xfrm>
            <a:off x="1297940" y="4251946"/>
            <a:ext cx="1828800" cy="914400"/>
          </a:xfrm>
          <a:prstGeom prst="diamond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/>
            </a:pPr>
            <a:r>
              <a:rPr lang="en-US" sz="1200" dirty="0"/>
              <a:t>Is Dave used?</a:t>
            </a:r>
            <a:endParaRPr sz="1200" dirty="0"/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20EDBBC9-00BE-D6F0-2D19-362458BD101C}"/>
              </a:ext>
            </a:extLst>
          </p:cNvPr>
          <p:cNvCxnSpPr>
            <a:cxnSpLocks/>
            <a:stCxn id="49" idx="3"/>
            <a:endCxn id="54" idx="1"/>
          </p:cNvCxnSpPr>
          <p:nvPr/>
        </p:nvCxnSpPr>
        <p:spPr>
          <a:xfrm flipV="1">
            <a:off x="5321300" y="506940"/>
            <a:ext cx="365760" cy="55321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673C657-B03F-00FA-F258-DA4C2B3B1229}"/>
              </a:ext>
            </a:extLst>
          </p:cNvPr>
          <p:cNvCxnSpPr>
            <a:cxnSpLocks/>
            <a:stCxn id="17" idx="2"/>
            <a:endCxn id="49" idx="0"/>
          </p:cNvCxnSpPr>
          <p:nvPr/>
        </p:nvCxnSpPr>
        <p:spPr>
          <a:xfrm>
            <a:off x="4406900" y="5170380"/>
            <a:ext cx="0" cy="594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F45B187F-9E1E-92A3-4832-54A86743FD18}"/>
              </a:ext>
            </a:extLst>
          </p:cNvPr>
          <p:cNvSpPr/>
          <p:nvPr/>
        </p:nvSpPr>
        <p:spPr>
          <a:xfrm>
            <a:off x="4248174" y="5322780"/>
            <a:ext cx="322470" cy="21111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/>
            </a:pPr>
            <a:r>
              <a:rPr lang="en-US" sz="800" dirty="0"/>
              <a:t>No</a:t>
            </a:r>
            <a:endParaRPr sz="16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5D19698-1A0A-E41C-67D9-9EBC9FB33BE2}"/>
              </a:ext>
            </a:extLst>
          </p:cNvPr>
          <p:cNvSpPr/>
          <p:nvPr/>
        </p:nvSpPr>
        <p:spPr>
          <a:xfrm>
            <a:off x="5687060" y="232620"/>
            <a:ext cx="1828800" cy="5486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/>
            </a:pPr>
            <a:r>
              <a:rPr lang="en-US" sz="1600" dirty="0"/>
              <a:t>Carol</a:t>
            </a:r>
            <a:r>
              <a:rPr sz="1600" dirty="0"/>
              <a:t> at depth </a:t>
            </a:r>
            <a:r>
              <a:rPr lang="en-US" sz="1600" dirty="0"/>
              <a:t>2</a:t>
            </a:r>
            <a:endParaRPr sz="16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15A4299-8B81-BE0E-4711-D8EED5FCA878}"/>
              </a:ext>
            </a:extLst>
          </p:cNvPr>
          <p:cNvSpPr/>
          <p:nvPr/>
        </p:nvSpPr>
        <p:spPr>
          <a:xfrm>
            <a:off x="5687060" y="1147020"/>
            <a:ext cx="1828800" cy="5486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/>
            </a:pPr>
            <a:r>
              <a:rPr sz="1600" dirty="0"/>
              <a:t>Assign </a:t>
            </a:r>
            <a:r>
              <a:rPr lang="en-US" sz="1600" dirty="0"/>
              <a:t>Alice</a:t>
            </a:r>
            <a:endParaRPr sz="1600" dirty="0"/>
          </a:p>
        </p:txBody>
      </p:sp>
      <p:sp>
        <p:nvSpPr>
          <p:cNvPr id="56" name="Diamond 55">
            <a:extLst>
              <a:ext uri="{FF2B5EF4-FFF2-40B4-BE49-F238E27FC236}">
                <a16:creationId xmlns:a16="http://schemas.microsoft.com/office/drawing/2014/main" id="{9E93EAA7-CFD4-7F36-3CB7-B33D2B058885}"/>
              </a:ext>
            </a:extLst>
          </p:cNvPr>
          <p:cNvSpPr/>
          <p:nvPr/>
        </p:nvSpPr>
        <p:spPr>
          <a:xfrm>
            <a:off x="5687060" y="1933664"/>
            <a:ext cx="1828800" cy="914400"/>
          </a:xfrm>
          <a:prstGeom prst="diamond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/>
            </a:pPr>
            <a:r>
              <a:rPr lang="en-US" sz="1200" dirty="0"/>
              <a:t>Is Alice used?</a:t>
            </a:r>
            <a:endParaRPr sz="120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A5418B4-70DD-03BC-1693-D03DF769CEB3}"/>
              </a:ext>
            </a:extLst>
          </p:cNvPr>
          <p:cNvCxnSpPr>
            <a:cxnSpLocks/>
            <a:stCxn id="54" idx="2"/>
            <a:endCxn id="55" idx="0"/>
          </p:cNvCxnSpPr>
          <p:nvPr/>
        </p:nvCxnSpPr>
        <p:spPr>
          <a:xfrm>
            <a:off x="6601460" y="781260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0E5B2B2-B52C-67B3-05A6-DFA2F3A95149}"/>
              </a:ext>
            </a:extLst>
          </p:cNvPr>
          <p:cNvCxnSpPr>
            <a:cxnSpLocks/>
            <a:stCxn id="55" idx="2"/>
            <a:endCxn id="56" idx="0"/>
          </p:cNvCxnSpPr>
          <p:nvPr/>
        </p:nvCxnSpPr>
        <p:spPr>
          <a:xfrm>
            <a:off x="6601460" y="1695660"/>
            <a:ext cx="0" cy="238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193020CF-ACEF-41DB-C68E-B11BAD913A9C}"/>
              </a:ext>
            </a:extLst>
          </p:cNvPr>
          <p:cNvCxnSpPr>
            <a:cxnSpLocks/>
            <a:stCxn id="18" idx="3"/>
            <a:endCxn id="63" idx="1"/>
          </p:cNvCxnSpPr>
          <p:nvPr/>
        </p:nvCxnSpPr>
        <p:spPr>
          <a:xfrm flipV="1">
            <a:off x="7515860" y="506940"/>
            <a:ext cx="365760" cy="55321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DE87E31C-C966-F149-0C28-B5EA69E4FB97}"/>
              </a:ext>
            </a:extLst>
          </p:cNvPr>
          <p:cNvSpPr/>
          <p:nvPr/>
        </p:nvSpPr>
        <p:spPr>
          <a:xfrm>
            <a:off x="7881620" y="232620"/>
            <a:ext cx="1828800" cy="5486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/>
            </a:pPr>
            <a:r>
              <a:rPr lang="en-US" sz="1600" dirty="0"/>
              <a:t>Revert </a:t>
            </a:r>
            <a:br>
              <a:rPr lang="en-US" sz="1600" dirty="0"/>
            </a:br>
            <a:r>
              <a:rPr lang="en-US" sz="1600" dirty="0"/>
              <a:t>Bob at depth 2</a:t>
            </a:r>
            <a:endParaRPr sz="16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49F6FB6-6666-BEDA-4C93-DCE2AF88EAD0}"/>
              </a:ext>
            </a:extLst>
          </p:cNvPr>
          <p:cNvSpPr/>
          <p:nvPr/>
        </p:nvSpPr>
        <p:spPr>
          <a:xfrm>
            <a:off x="7881620" y="1147020"/>
            <a:ext cx="1828800" cy="5486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/>
            </a:pPr>
            <a:r>
              <a:rPr sz="1600" dirty="0"/>
              <a:t>Assign </a:t>
            </a:r>
            <a:r>
              <a:rPr lang="en-US" sz="1600" dirty="0"/>
              <a:t>Carol</a:t>
            </a:r>
            <a:endParaRPr sz="1600" dirty="0"/>
          </a:p>
        </p:txBody>
      </p:sp>
      <p:sp>
        <p:nvSpPr>
          <p:cNvPr id="65" name="Diamond 64">
            <a:extLst>
              <a:ext uri="{FF2B5EF4-FFF2-40B4-BE49-F238E27FC236}">
                <a16:creationId xmlns:a16="http://schemas.microsoft.com/office/drawing/2014/main" id="{F25D37CB-6D8C-DDEE-73CB-E898375F692D}"/>
              </a:ext>
            </a:extLst>
          </p:cNvPr>
          <p:cNvSpPr/>
          <p:nvPr/>
        </p:nvSpPr>
        <p:spPr>
          <a:xfrm>
            <a:off x="7881620" y="1938528"/>
            <a:ext cx="1828800" cy="914400"/>
          </a:xfrm>
          <a:prstGeom prst="diamond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/>
            </a:pPr>
            <a:r>
              <a:rPr lang="en-US" sz="1200" dirty="0"/>
              <a:t>Is Carol used?</a:t>
            </a:r>
            <a:endParaRPr sz="1200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15B68BE-4262-2E82-DDD3-8811DBA7BE8B}"/>
              </a:ext>
            </a:extLst>
          </p:cNvPr>
          <p:cNvCxnSpPr>
            <a:cxnSpLocks/>
            <a:stCxn id="63" idx="2"/>
            <a:endCxn id="64" idx="0"/>
          </p:cNvCxnSpPr>
          <p:nvPr/>
        </p:nvCxnSpPr>
        <p:spPr>
          <a:xfrm>
            <a:off x="8796020" y="781260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C9133B6-7236-F488-A7EC-7A4316B117BF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>
            <a:off x="8796020" y="1695660"/>
            <a:ext cx="0" cy="242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A92BB326-08DE-CA64-3774-EF869E3C94C2}"/>
              </a:ext>
            </a:extLst>
          </p:cNvPr>
          <p:cNvSpPr/>
          <p:nvPr/>
        </p:nvSpPr>
        <p:spPr>
          <a:xfrm>
            <a:off x="7881620" y="3337560"/>
            <a:ext cx="1828800" cy="5486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/>
            </a:pPr>
            <a:r>
              <a:rPr lang="en-US" sz="1600" dirty="0"/>
              <a:t>m</a:t>
            </a:r>
            <a:r>
              <a:rPr sz="1600" dirty="0"/>
              <a:t>ark </a:t>
            </a:r>
            <a:r>
              <a:rPr lang="en-US" sz="1600" dirty="0"/>
              <a:t>Carol</a:t>
            </a:r>
            <a:r>
              <a:rPr sz="1600" dirty="0"/>
              <a:t> used</a:t>
            </a:r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0027F921-FDE7-312A-0CD7-A95DADFA363A}"/>
              </a:ext>
            </a:extLst>
          </p:cNvPr>
          <p:cNvCxnSpPr>
            <a:cxnSpLocks/>
            <a:stCxn id="68" idx="3"/>
            <a:endCxn id="84" idx="1"/>
          </p:cNvCxnSpPr>
          <p:nvPr/>
        </p:nvCxnSpPr>
        <p:spPr>
          <a:xfrm flipV="1">
            <a:off x="9710420" y="1098664"/>
            <a:ext cx="365760" cy="25132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9A790B6-85CB-E488-D2DB-B1D0C90B068C}"/>
              </a:ext>
            </a:extLst>
          </p:cNvPr>
          <p:cNvCxnSpPr>
            <a:cxnSpLocks/>
            <a:stCxn id="65" idx="2"/>
            <a:endCxn id="68" idx="0"/>
          </p:cNvCxnSpPr>
          <p:nvPr/>
        </p:nvCxnSpPr>
        <p:spPr>
          <a:xfrm>
            <a:off x="8796020" y="2852928"/>
            <a:ext cx="0" cy="4846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E679F0FC-F30D-6AF6-04D5-92EB0BBA8939}"/>
              </a:ext>
            </a:extLst>
          </p:cNvPr>
          <p:cNvSpPr/>
          <p:nvPr/>
        </p:nvSpPr>
        <p:spPr>
          <a:xfrm>
            <a:off x="8635903" y="2958352"/>
            <a:ext cx="322470" cy="21111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/>
            </a:pPr>
            <a:r>
              <a:rPr lang="en-US" sz="800" dirty="0"/>
              <a:t>No</a:t>
            </a:r>
            <a:endParaRPr sz="16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15B4568-FACF-BFB3-AA9C-954FD5F057AE}"/>
              </a:ext>
            </a:extLst>
          </p:cNvPr>
          <p:cNvSpPr/>
          <p:nvPr/>
        </p:nvSpPr>
        <p:spPr>
          <a:xfrm>
            <a:off x="10076180" y="824344"/>
            <a:ext cx="1828800" cy="5486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/>
            </a:pPr>
            <a:r>
              <a:rPr lang="en-US" sz="1600" dirty="0"/>
              <a:t>Carol at depth 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8F8203B-0C2A-AB20-F3FC-E0A7B17E553B}"/>
              </a:ext>
            </a:extLst>
          </p:cNvPr>
          <p:cNvSpPr/>
          <p:nvPr/>
        </p:nvSpPr>
        <p:spPr>
          <a:xfrm>
            <a:off x="10076180" y="1738744"/>
            <a:ext cx="1828800" cy="5486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/>
            </a:pPr>
            <a:r>
              <a:rPr sz="1600" dirty="0"/>
              <a:t>Assign </a:t>
            </a:r>
            <a:r>
              <a:rPr lang="en-US" sz="1600" dirty="0"/>
              <a:t>Alice</a:t>
            </a:r>
            <a:endParaRPr sz="1600" dirty="0"/>
          </a:p>
        </p:txBody>
      </p:sp>
      <p:sp>
        <p:nvSpPr>
          <p:cNvPr id="86" name="Diamond 85">
            <a:extLst>
              <a:ext uri="{FF2B5EF4-FFF2-40B4-BE49-F238E27FC236}">
                <a16:creationId xmlns:a16="http://schemas.microsoft.com/office/drawing/2014/main" id="{5D5FFF2D-8132-096D-33B4-F99C3C0ACABF}"/>
              </a:ext>
            </a:extLst>
          </p:cNvPr>
          <p:cNvSpPr/>
          <p:nvPr/>
        </p:nvSpPr>
        <p:spPr>
          <a:xfrm>
            <a:off x="10076180" y="2534272"/>
            <a:ext cx="1828800" cy="914400"/>
          </a:xfrm>
          <a:prstGeom prst="diamond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/>
            </a:pPr>
            <a:r>
              <a:rPr lang="en-US" sz="1200" dirty="0"/>
              <a:t>Is Alice used?</a:t>
            </a:r>
            <a:endParaRPr sz="1200" dirty="0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5D675F3-3783-EA82-CBF4-99D9DAA619E8}"/>
              </a:ext>
            </a:extLst>
          </p:cNvPr>
          <p:cNvCxnSpPr>
            <a:cxnSpLocks/>
            <a:stCxn id="84" idx="2"/>
            <a:endCxn id="85" idx="0"/>
          </p:cNvCxnSpPr>
          <p:nvPr/>
        </p:nvCxnSpPr>
        <p:spPr>
          <a:xfrm>
            <a:off x="10990580" y="1372984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6054219-3ACF-4A97-47B3-A59727A415FA}"/>
              </a:ext>
            </a:extLst>
          </p:cNvPr>
          <p:cNvCxnSpPr>
            <a:cxnSpLocks/>
            <a:stCxn id="85" idx="2"/>
            <a:endCxn id="86" idx="0"/>
          </p:cNvCxnSpPr>
          <p:nvPr/>
        </p:nvCxnSpPr>
        <p:spPr>
          <a:xfrm>
            <a:off x="10990580" y="2287384"/>
            <a:ext cx="0" cy="246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54742DE4-3F88-D4D9-EB17-A58279F39A1F}"/>
              </a:ext>
            </a:extLst>
          </p:cNvPr>
          <p:cNvSpPr/>
          <p:nvPr/>
        </p:nvSpPr>
        <p:spPr>
          <a:xfrm>
            <a:off x="10076180" y="3933304"/>
            <a:ext cx="1828800" cy="5486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/>
            </a:pPr>
            <a:r>
              <a:rPr lang="en-US" sz="1600" dirty="0"/>
              <a:t>m</a:t>
            </a:r>
            <a:r>
              <a:rPr sz="1600" dirty="0"/>
              <a:t>ark </a:t>
            </a:r>
            <a:r>
              <a:rPr lang="en-US" sz="1600" dirty="0"/>
              <a:t>Alice</a:t>
            </a:r>
            <a:r>
              <a:rPr sz="1600" dirty="0"/>
              <a:t> used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CC2CEB9-62D2-728C-45E6-0F4FE8890D59}"/>
              </a:ext>
            </a:extLst>
          </p:cNvPr>
          <p:cNvCxnSpPr>
            <a:cxnSpLocks/>
            <a:stCxn id="86" idx="2"/>
            <a:endCxn id="89" idx="0"/>
          </p:cNvCxnSpPr>
          <p:nvPr/>
        </p:nvCxnSpPr>
        <p:spPr>
          <a:xfrm>
            <a:off x="10990580" y="3448672"/>
            <a:ext cx="0" cy="4846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914E0E2F-44D7-71F0-C4ED-C840319FF5C4}"/>
              </a:ext>
            </a:extLst>
          </p:cNvPr>
          <p:cNvSpPr/>
          <p:nvPr/>
        </p:nvSpPr>
        <p:spPr>
          <a:xfrm>
            <a:off x="10828478" y="3554096"/>
            <a:ext cx="322470" cy="21111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/>
            </a:pPr>
            <a:r>
              <a:rPr lang="en-US" sz="800" dirty="0"/>
              <a:t>No</a:t>
            </a:r>
            <a:endParaRPr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02A380-FE77-8265-82C5-E148FEC5E97F}"/>
              </a:ext>
            </a:extLst>
          </p:cNvPr>
          <p:cNvSpPr/>
          <p:nvPr/>
        </p:nvSpPr>
        <p:spPr>
          <a:xfrm>
            <a:off x="5687060" y="3341577"/>
            <a:ext cx="1828800" cy="5486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/>
            </a:pPr>
            <a:r>
              <a:rPr sz="1600" dirty="0"/>
              <a:t>Assign </a:t>
            </a:r>
            <a:r>
              <a:rPr lang="en-US" sz="1600" dirty="0"/>
              <a:t>Dave</a:t>
            </a:r>
            <a:endParaRPr sz="1600" dirty="0"/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BFE5AF17-EE26-B48B-C25A-07EA13AFBD5B}"/>
              </a:ext>
            </a:extLst>
          </p:cNvPr>
          <p:cNvSpPr/>
          <p:nvPr/>
        </p:nvSpPr>
        <p:spPr>
          <a:xfrm>
            <a:off x="5687060" y="4255977"/>
            <a:ext cx="1828800" cy="914400"/>
          </a:xfrm>
          <a:prstGeom prst="diamond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/>
            </a:pPr>
            <a:r>
              <a:rPr lang="en-US" sz="1200" dirty="0"/>
              <a:t>Is Dave used?</a:t>
            </a:r>
            <a:endParaRPr sz="12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F82CEE-09F4-F9CC-350B-6784CC8AAB35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6601460" y="3890217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E457B8D-52A3-D2F9-4A97-CB6B85F32C19}"/>
              </a:ext>
            </a:extLst>
          </p:cNvPr>
          <p:cNvSpPr/>
          <p:nvPr/>
        </p:nvSpPr>
        <p:spPr>
          <a:xfrm>
            <a:off x="5687060" y="5764737"/>
            <a:ext cx="1828800" cy="54864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/>
            </a:pPr>
            <a:r>
              <a:rPr lang="en-US" sz="1600" dirty="0"/>
              <a:t>Backtrack</a:t>
            </a:r>
            <a:endParaRPr sz="16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4703020-671D-0F8A-6E59-50821C6CC22D}"/>
              </a:ext>
            </a:extLst>
          </p:cNvPr>
          <p:cNvCxnSpPr>
            <a:cxnSpLocks/>
            <a:stCxn id="15" idx="2"/>
            <a:endCxn id="18" idx="0"/>
          </p:cNvCxnSpPr>
          <p:nvPr/>
        </p:nvCxnSpPr>
        <p:spPr>
          <a:xfrm>
            <a:off x="6601460" y="5170377"/>
            <a:ext cx="0" cy="594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E6C0FF8-6195-B72B-B5AE-530276C4F127}"/>
              </a:ext>
            </a:extLst>
          </p:cNvPr>
          <p:cNvCxnSpPr>
            <a:cxnSpLocks/>
            <a:stCxn id="56" idx="2"/>
            <a:endCxn id="14" idx="0"/>
          </p:cNvCxnSpPr>
          <p:nvPr/>
        </p:nvCxnSpPr>
        <p:spPr>
          <a:xfrm>
            <a:off x="6601460" y="2848064"/>
            <a:ext cx="0" cy="493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3B2B7F0-DC8D-1480-812D-C017597AC93D}"/>
              </a:ext>
            </a:extLst>
          </p:cNvPr>
          <p:cNvSpPr/>
          <p:nvPr/>
        </p:nvSpPr>
        <p:spPr>
          <a:xfrm>
            <a:off x="6431236" y="2969767"/>
            <a:ext cx="343891" cy="211117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/>
            </a:pPr>
            <a:r>
              <a:rPr lang="en-US" sz="800" dirty="0"/>
              <a:t>Yes</a:t>
            </a:r>
            <a:endParaRPr sz="16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244555-C02E-370A-B739-D4D661CCF59B}"/>
              </a:ext>
            </a:extLst>
          </p:cNvPr>
          <p:cNvSpPr/>
          <p:nvPr/>
        </p:nvSpPr>
        <p:spPr>
          <a:xfrm>
            <a:off x="6429361" y="5326802"/>
            <a:ext cx="343891" cy="211117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/>
            </a:pPr>
            <a:r>
              <a:rPr lang="en-US" sz="800" dirty="0"/>
              <a:t>Yes</a:t>
            </a:r>
            <a:endParaRPr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BC3A215-F0FA-1B12-5D1A-BEC7CE628D2F}"/>
              </a:ext>
            </a:extLst>
          </p:cNvPr>
          <p:cNvCxnSpPr>
            <a:cxnSpLocks/>
            <a:stCxn id="89" idx="2"/>
            <a:endCxn id="78" idx="0"/>
          </p:cNvCxnSpPr>
          <p:nvPr/>
        </p:nvCxnSpPr>
        <p:spPr>
          <a:xfrm>
            <a:off x="10990580" y="4481944"/>
            <a:ext cx="10793" cy="5221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Callout: Right Arrow 77">
            <a:extLst>
              <a:ext uri="{FF2B5EF4-FFF2-40B4-BE49-F238E27FC236}">
                <a16:creationId xmlns:a16="http://schemas.microsoft.com/office/drawing/2014/main" id="{2848989C-70AB-9865-389F-3444E1F5D473}"/>
              </a:ext>
            </a:extLst>
          </p:cNvPr>
          <p:cNvSpPr/>
          <p:nvPr/>
        </p:nvSpPr>
        <p:spPr>
          <a:xfrm>
            <a:off x="10504804" y="5004124"/>
            <a:ext cx="1528445" cy="914400"/>
          </a:xfrm>
          <a:prstGeom prst="right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Continue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0CE2D5-5C30-4E3B-05E1-12A1E749EFA1}"/>
              </a:ext>
            </a:extLst>
          </p:cNvPr>
          <p:cNvSpPr/>
          <p:nvPr/>
        </p:nvSpPr>
        <p:spPr>
          <a:xfrm>
            <a:off x="61209" y="544620"/>
            <a:ext cx="1236731" cy="30628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751EC2-2FE0-A9AE-0621-A73A711C0865}"/>
              </a:ext>
            </a:extLst>
          </p:cNvPr>
          <p:cNvSpPr/>
          <p:nvPr/>
        </p:nvSpPr>
        <p:spPr>
          <a:xfrm>
            <a:off x="1987549" y="555840"/>
            <a:ext cx="546101" cy="30628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DD43BD-CCA6-DF66-EB35-E69C0523BF3B}"/>
              </a:ext>
            </a:extLst>
          </p:cNvPr>
          <p:cNvSpPr/>
          <p:nvPr/>
        </p:nvSpPr>
        <p:spPr>
          <a:xfrm>
            <a:off x="61208" y="893646"/>
            <a:ext cx="1236731" cy="30628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9E260E-7C30-A3C1-AED4-656BB483CA8B}"/>
              </a:ext>
            </a:extLst>
          </p:cNvPr>
          <p:cNvSpPr/>
          <p:nvPr/>
        </p:nvSpPr>
        <p:spPr>
          <a:xfrm>
            <a:off x="1987549" y="889843"/>
            <a:ext cx="546101" cy="30628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2F95E7E-3290-66BA-BA74-5D988941F50A}"/>
              </a:ext>
            </a:extLst>
          </p:cNvPr>
          <p:cNvSpPr/>
          <p:nvPr/>
        </p:nvSpPr>
        <p:spPr>
          <a:xfrm>
            <a:off x="61209" y="1229748"/>
            <a:ext cx="1236731" cy="30628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875A88D-670A-7856-7582-C9865882B253}"/>
              </a:ext>
            </a:extLst>
          </p:cNvPr>
          <p:cNvSpPr/>
          <p:nvPr/>
        </p:nvSpPr>
        <p:spPr>
          <a:xfrm>
            <a:off x="1987549" y="1232071"/>
            <a:ext cx="546101" cy="30628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469981A-6ADE-7349-6B6E-CA09C17983CF}"/>
              </a:ext>
            </a:extLst>
          </p:cNvPr>
          <p:cNvSpPr/>
          <p:nvPr/>
        </p:nvSpPr>
        <p:spPr>
          <a:xfrm>
            <a:off x="2513205" y="1223846"/>
            <a:ext cx="546101" cy="30628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FA98A3D-C5A2-8572-B819-04C33D5E0F1C}"/>
              </a:ext>
            </a:extLst>
          </p:cNvPr>
          <p:cNvSpPr/>
          <p:nvPr/>
        </p:nvSpPr>
        <p:spPr>
          <a:xfrm>
            <a:off x="61209" y="893646"/>
            <a:ext cx="1236731" cy="30628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63F5AF6-C024-4A92-D9BB-1B01244F41E5}"/>
              </a:ext>
            </a:extLst>
          </p:cNvPr>
          <p:cNvSpPr/>
          <p:nvPr/>
        </p:nvSpPr>
        <p:spPr>
          <a:xfrm>
            <a:off x="2513205" y="893646"/>
            <a:ext cx="546101" cy="30628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78C29D-A79F-46A3-F35E-5F9EFB30BA92}"/>
              </a:ext>
            </a:extLst>
          </p:cNvPr>
          <p:cNvSpPr txBox="1"/>
          <p:nvPr/>
        </p:nvSpPr>
        <p:spPr>
          <a:xfrm>
            <a:off x="3748915" y="520511"/>
            <a:ext cx="651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Dave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B7F236-7B2D-796A-DCAC-D6DB218C7F38}"/>
              </a:ext>
            </a:extLst>
          </p:cNvPr>
          <p:cNvSpPr txBox="1"/>
          <p:nvPr/>
        </p:nvSpPr>
        <p:spPr>
          <a:xfrm>
            <a:off x="3748915" y="857577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Alice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4AFFDB-4C74-1ADB-BDC4-8383F48EE369}"/>
              </a:ext>
            </a:extLst>
          </p:cNvPr>
          <p:cNvSpPr txBox="1"/>
          <p:nvPr/>
        </p:nvSpPr>
        <p:spPr>
          <a:xfrm>
            <a:off x="3719438" y="1204628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Alice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49949A6-40FE-C7DD-5DC2-763DF5B887A5}"/>
              </a:ext>
            </a:extLst>
          </p:cNvPr>
          <p:cNvSpPr txBox="1"/>
          <p:nvPr/>
        </p:nvSpPr>
        <p:spPr>
          <a:xfrm>
            <a:off x="4254325" y="852002"/>
            <a:ext cx="669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Carol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AADC9C-D143-0D13-9421-8A65D2270799}"/>
              </a:ext>
            </a:extLst>
          </p:cNvPr>
          <p:cNvSpPr txBox="1"/>
          <p:nvPr/>
        </p:nvSpPr>
        <p:spPr>
          <a:xfrm>
            <a:off x="3750790" y="860416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trike="sngStrike" dirty="0">
                <a:solidFill>
                  <a:srgbClr val="C00000"/>
                </a:solidFill>
              </a:rPr>
              <a:t>Alice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B1C3375-8B16-33AA-F3B3-A8B0ED7AA3BA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4254325" y="1164163"/>
            <a:ext cx="2176911" cy="19111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419CCCF-ED58-B6FA-21C1-03C9CB5D9A6C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4185269" y="841884"/>
            <a:ext cx="2244092" cy="45904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1860541-A42D-4B7B-8E5C-64BD532B4DD9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887506" y="889843"/>
            <a:ext cx="410434" cy="18116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C41DA48-EB27-DC69-3B6B-DED835F7AEAA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1653988" y="862120"/>
            <a:ext cx="606612" cy="24794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DFBD0DF-688D-1FA7-83BA-AA88D4F6A520}"/>
              </a:ext>
            </a:extLst>
          </p:cNvPr>
          <p:cNvCxnSpPr>
            <a:cxnSpLocks/>
          </p:cNvCxnSpPr>
          <p:nvPr/>
        </p:nvCxnSpPr>
        <p:spPr>
          <a:xfrm flipV="1">
            <a:off x="2513205" y="781260"/>
            <a:ext cx="1372995" cy="49834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C85F405-C219-9160-F489-C4F24CCEF763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1062318" y="1164163"/>
            <a:ext cx="3344582" cy="12630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526BB51-8022-F41C-48BF-9810D22F3356}"/>
              </a:ext>
            </a:extLst>
          </p:cNvPr>
          <p:cNvCxnSpPr>
            <a:cxnSpLocks/>
            <a:endCxn id="30" idx="2"/>
          </p:cNvCxnSpPr>
          <p:nvPr/>
        </p:nvCxnSpPr>
        <p:spPr>
          <a:xfrm flipH="1" flipV="1">
            <a:off x="2260600" y="1196123"/>
            <a:ext cx="1924669" cy="21414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C0F99F2-9F87-AB3A-1AE5-78A712D4B871}"/>
              </a:ext>
            </a:extLst>
          </p:cNvPr>
          <p:cNvCxnSpPr>
            <a:cxnSpLocks/>
            <a:endCxn id="42" idx="2"/>
          </p:cNvCxnSpPr>
          <p:nvPr/>
        </p:nvCxnSpPr>
        <p:spPr>
          <a:xfrm flipV="1">
            <a:off x="4040476" y="1229748"/>
            <a:ext cx="28671" cy="4533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C401B88-B914-EE0D-B983-AF58503CA5F5}"/>
              </a:ext>
            </a:extLst>
          </p:cNvPr>
          <p:cNvCxnSpPr>
            <a:cxnSpLocks/>
          </p:cNvCxnSpPr>
          <p:nvPr/>
        </p:nvCxnSpPr>
        <p:spPr>
          <a:xfrm flipH="1">
            <a:off x="1297940" y="692524"/>
            <a:ext cx="4389120" cy="685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5D5B105D-64E3-F741-E4E6-52D55BCBD213}"/>
              </a:ext>
            </a:extLst>
          </p:cNvPr>
          <p:cNvCxnSpPr>
            <a:cxnSpLocks/>
            <a:stCxn id="55" idx="1"/>
            <a:endCxn id="34" idx="1"/>
          </p:cNvCxnSpPr>
          <p:nvPr/>
        </p:nvCxnSpPr>
        <p:spPr>
          <a:xfrm flipH="1" flipV="1">
            <a:off x="2513205" y="1376986"/>
            <a:ext cx="3173855" cy="44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096D7AFC-31E3-B156-896B-B714CA052A47}"/>
              </a:ext>
            </a:extLst>
          </p:cNvPr>
          <p:cNvCxnSpPr>
            <a:cxnSpLocks/>
            <a:endCxn id="34" idx="3"/>
          </p:cNvCxnSpPr>
          <p:nvPr/>
        </p:nvCxnSpPr>
        <p:spPr>
          <a:xfrm flipH="1" flipV="1">
            <a:off x="3059306" y="1376986"/>
            <a:ext cx="3106170" cy="19605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3A6218A5-55B6-BB43-6237-01120E43AD26}"/>
              </a:ext>
            </a:extLst>
          </p:cNvPr>
          <p:cNvCxnSpPr>
            <a:cxnSpLocks/>
          </p:cNvCxnSpPr>
          <p:nvPr/>
        </p:nvCxnSpPr>
        <p:spPr>
          <a:xfrm flipH="1">
            <a:off x="1297940" y="692524"/>
            <a:ext cx="6583680" cy="3361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C839444-CF73-E7B9-5E86-99B1F380EC86}"/>
              </a:ext>
            </a:extLst>
          </p:cNvPr>
          <p:cNvCxnSpPr>
            <a:cxnSpLocks/>
            <a:stCxn id="64" idx="1"/>
            <a:endCxn id="36" idx="3"/>
          </p:cNvCxnSpPr>
          <p:nvPr/>
        </p:nvCxnSpPr>
        <p:spPr>
          <a:xfrm flipH="1" flipV="1">
            <a:off x="3059306" y="1046786"/>
            <a:ext cx="4822314" cy="374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9C887EC3-F524-5677-6B28-E83AFD97154D}"/>
              </a:ext>
            </a:extLst>
          </p:cNvPr>
          <p:cNvCxnSpPr>
            <a:cxnSpLocks/>
            <a:stCxn id="68" idx="1"/>
            <a:endCxn id="41" idx="2"/>
          </p:cNvCxnSpPr>
          <p:nvPr/>
        </p:nvCxnSpPr>
        <p:spPr>
          <a:xfrm flipH="1" flipV="1">
            <a:off x="4589257" y="1221334"/>
            <a:ext cx="3292363" cy="23905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BB7931A2-EF13-8232-9421-D3C8B621E5B5}"/>
              </a:ext>
            </a:extLst>
          </p:cNvPr>
          <p:cNvCxnSpPr>
            <a:cxnSpLocks/>
            <a:stCxn id="84" idx="1"/>
          </p:cNvCxnSpPr>
          <p:nvPr/>
        </p:nvCxnSpPr>
        <p:spPr>
          <a:xfrm flipH="1">
            <a:off x="1297940" y="1098664"/>
            <a:ext cx="8778240" cy="279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0D134F0F-3D37-D720-3F23-BB5A2176CB51}"/>
              </a:ext>
            </a:extLst>
          </p:cNvPr>
          <p:cNvCxnSpPr>
            <a:cxnSpLocks/>
            <a:stCxn id="85" idx="1"/>
            <a:endCxn id="33" idx="3"/>
          </p:cNvCxnSpPr>
          <p:nvPr/>
        </p:nvCxnSpPr>
        <p:spPr>
          <a:xfrm flipH="1" flipV="1">
            <a:off x="2533650" y="1385211"/>
            <a:ext cx="7542530" cy="6278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6CEE40D4-59CB-D484-F73F-C203A5B9ABB0}"/>
              </a:ext>
            </a:extLst>
          </p:cNvPr>
          <p:cNvCxnSpPr>
            <a:cxnSpLocks/>
            <a:stCxn id="89" idx="1"/>
          </p:cNvCxnSpPr>
          <p:nvPr/>
        </p:nvCxnSpPr>
        <p:spPr>
          <a:xfrm flipH="1" flipV="1">
            <a:off x="4254325" y="1441458"/>
            <a:ext cx="5821855" cy="2766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13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0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100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0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10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7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7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20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100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20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5" dur="100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7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0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20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" dur="100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20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2" dur="100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20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9" dur="100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27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06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7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8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20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3" dur="100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20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0" dur="100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27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4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45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6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27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1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2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3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4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1" grpId="0" animBg="1"/>
      <p:bldP spid="17" grpId="0" animBg="1"/>
      <p:bldP spid="45" grpId="0" animBg="1"/>
      <p:bldP spid="49" grpId="0" animBg="1"/>
      <p:bldP spid="50" grpId="0" animBg="1"/>
      <p:bldP spid="53" grpId="0" animBg="1"/>
      <p:bldP spid="54" grpId="0" animBg="1"/>
      <p:bldP spid="55" grpId="0" animBg="1"/>
      <p:bldP spid="56" grpId="0" animBg="1"/>
      <p:bldP spid="63" grpId="0" animBg="1"/>
      <p:bldP spid="64" grpId="0" animBg="1"/>
      <p:bldP spid="65" grpId="0" animBg="1"/>
      <p:bldP spid="68" grpId="0" animBg="1"/>
      <p:bldP spid="71" grpId="0" animBg="1"/>
      <p:bldP spid="84" grpId="0" animBg="1"/>
      <p:bldP spid="85" grpId="0" animBg="1"/>
      <p:bldP spid="86" grpId="0" animBg="1"/>
      <p:bldP spid="89" grpId="0" animBg="1"/>
      <p:bldP spid="92" grpId="0" animBg="1"/>
      <p:bldP spid="14" grpId="0" animBg="1"/>
      <p:bldP spid="15" grpId="0" animBg="1"/>
      <p:bldP spid="18" grpId="0" animBg="1"/>
      <p:bldP spid="24" grpId="0" animBg="1"/>
      <p:bldP spid="25" grpId="0" animBg="1"/>
      <p:bldP spid="78" grpId="0" animBg="1"/>
      <p:bldP spid="20" grpId="0" animBg="1"/>
      <p:bldP spid="20" grpId="1" animBg="1"/>
      <p:bldP spid="20" grpId="2" animBg="1"/>
      <p:bldP spid="22" grpId="0" animBg="1"/>
      <p:bldP spid="22" grpId="1" animBg="1"/>
      <p:bldP spid="22" grpId="2" animBg="1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3" grpId="0" animBg="1"/>
      <p:bldP spid="33" grpId="1" animBg="1"/>
      <p:bldP spid="33" grpId="2" animBg="1"/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8" grpId="0"/>
      <p:bldP spid="38" grpId="1"/>
      <p:bldP spid="39" grpId="0"/>
      <p:bldP spid="39" grpId="1"/>
      <p:bldP spid="39" grpId="2"/>
      <p:bldP spid="40" grpId="0"/>
      <p:bldP spid="40" grpId="1"/>
      <p:bldP spid="41" grpId="0"/>
      <p:bldP spid="41" grpId="1"/>
      <p:bldP spid="42" grpId="0"/>
      <p:bldP spid="4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1571B4-F520-B291-10CC-574D9B692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E0D0E15-0BD8-CF34-4CE5-7C0B52DEC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541" y="1038808"/>
            <a:ext cx="7547825" cy="4783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6343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2F293B-4270-509E-B2C8-605F60C73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CEF4BDD-8D66-F6AD-EDB2-98D048356F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5" y="1992193"/>
            <a:ext cx="9903723" cy="3282713"/>
          </a:xfrm>
        </p:spPr>
        <p:txBody>
          <a:bodyPr/>
          <a:lstStyle/>
          <a:p>
            <a:r>
              <a:rPr lang="en-US" dirty="0"/>
              <a:t>Image processing pipeline</a:t>
            </a:r>
          </a:p>
          <a:p>
            <a:r>
              <a:rPr lang="en-US" dirty="0"/>
              <a:t>Event-driven notifications</a:t>
            </a:r>
          </a:p>
          <a:p>
            <a:r>
              <a:rPr lang="en-US" dirty="0"/>
              <a:t>Data modeling + forecasting</a:t>
            </a:r>
          </a:p>
          <a:p>
            <a:r>
              <a:rPr lang="en-US" dirty="0"/>
              <a:t>End-to-end ETL pattern (Input → Normalize → Decide → Act)</a:t>
            </a:r>
          </a:p>
          <a:p>
            <a:r>
              <a:rPr lang="en-US" dirty="0"/>
              <a:t>Constraint solver (with backtracking algorithm)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757898-617F-8E53-CD34-9DE3FBF2C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4227" y="158091"/>
            <a:ext cx="8143337" cy="1325563"/>
          </a:xfrm>
        </p:spPr>
        <p:txBody>
          <a:bodyPr/>
          <a:lstStyle/>
          <a:p>
            <a:r>
              <a:rPr lang="en-US" sz="4800" dirty="0"/>
              <a:t>This Wasn’t Just “Fun Scripts”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568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B08D71-CE0B-796D-1EB2-6BEC6FBBF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F3A4EA-9D30-3251-F00D-6ED95108A9B7}"/>
              </a:ext>
            </a:extLst>
          </p:cNvPr>
          <p:cNvSpPr txBox="1"/>
          <p:nvPr/>
        </p:nvSpPr>
        <p:spPr>
          <a:xfrm>
            <a:off x="929862" y="577865"/>
            <a:ext cx="10323517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tabLst>
                <a:tab pos="3835400" algn="l"/>
              </a:tabLst>
              <a:defRPr sz="180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defRPr>
            </a:lvl1pPr>
          </a:lstStyle>
          <a:p>
            <a:r>
              <a:rPr lang="en-US" sz="12500" dirty="0">
                <a:ln>
                  <a:solidFill>
                    <a:schemeClr val="bg1"/>
                  </a:soli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80686B-4ED6-56FD-29D5-69EF66CA33F6}"/>
              </a:ext>
            </a:extLst>
          </p:cNvPr>
          <p:cNvSpPr txBox="1"/>
          <p:nvPr/>
        </p:nvSpPr>
        <p:spPr>
          <a:xfrm>
            <a:off x="892549" y="2911146"/>
            <a:ext cx="10395162" cy="2554545"/>
          </a:xfrm>
          <a:prstGeom prst="rect">
            <a:avLst/>
          </a:pr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onnsiteX0" fmla="*/ 0 w 10395162"/>
                      <a:gd name="connsiteY0" fmla="*/ 0 h 2554545"/>
                      <a:gd name="connsiteX1" fmla="*/ 10395162 w 10395162"/>
                      <a:gd name="connsiteY1" fmla="*/ 0 h 2554545"/>
                      <a:gd name="connsiteX2" fmla="*/ 10395162 w 10395162"/>
                      <a:gd name="connsiteY2" fmla="*/ 2554545 h 2554545"/>
                      <a:gd name="connsiteX3" fmla="*/ 0 w 10395162"/>
                      <a:gd name="connsiteY3" fmla="*/ 2554545 h 2554545"/>
                      <a:gd name="connsiteX4" fmla="*/ 0 w 10395162"/>
                      <a:gd name="connsiteY4" fmla="*/ 0 h 25545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395162" h="2554545" fill="none" extrusionOk="0">
                        <a:moveTo>
                          <a:pt x="0" y="0"/>
                        </a:moveTo>
                        <a:cubicBezTo>
                          <a:pt x="3985294" y="-149972"/>
                          <a:pt x="6523629" y="85198"/>
                          <a:pt x="10395162" y="0"/>
                        </a:cubicBezTo>
                        <a:cubicBezTo>
                          <a:pt x="10564573" y="1174859"/>
                          <a:pt x="10480716" y="1646850"/>
                          <a:pt x="10395162" y="2554545"/>
                        </a:cubicBezTo>
                        <a:cubicBezTo>
                          <a:pt x="6590769" y="2645921"/>
                          <a:pt x="1602055" y="2548488"/>
                          <a:pt x="0" y="2554545"/>
                        </a:cubicBezTo>
                        <a:cubicBezTo>
                          <a:pt x="-92943" y="1774908"/>
                          <a:pt x="-168235" y="1020494"/>
                          <a:pt x="0" y="0"/>
                        </a:cubicBezTo>
                        <a:close/>
                      </a:path>
                      <a:path w="10395162" h="2554545" stroke="0" extrusionOk="0">
                        <a:moveTo>
                          <a:pt x="0" y="0"/>
                        </a:moveTo>
                        <a:cubicBezTo>
                          <a:pt x="1857884" y="-113254"/>
                          <a:pt x="8375565" y="102601"/>
                          <a:pt x="10395162" y="0"/>
                        </a:cubicBezTo>
                        <a:cubicBezTo>
                          <a:pt x="10342337" y="1023273"/>
                          <a:pt x="10518336" y="1768550"/>
                          <a:pt x="10395162" y="2554545"/>
                        </a:cubicBezTo>
                        <a:cubicBezTo>
                          <a:pt x="6772999" y="2610355"/>
                          <a:pt x="4536916" y="2723503"/>
                          <a:pt x="0" y="2554545"/>
                        </a:cubicBezTo>
                        <a:cubicBezTo>
                          <a:pt x="-144930" y="2188085"/>
                          <a:pt x="-18259" y="36477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400" b="1" cap="small" spc="400" dirty="0">
                <a:solidFill>
                  <a:schemeClr val="bg1"/>
                </a:solidFill>
                <a:latin typeface="Cambria"/>
                <a:ea typeface="Cambria"/>
                <a:cs typeface="Space Grotesk" pitchFamily="2" charset="0"/>
              </a:rPr>
              <a:t>Feedback is a gift</a:t>
            </a:r>
            <a:br>
              <a:rPr lang="en-US" sz="5400" b="1" cap="small" spc="400" dirty="0">
                <a:latin typeface="Space"/>
                <a:cs typeface="Space Grotesk" pitchFamily="2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4400" b="1" cap="small" spc="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Please review this session </a:t>
            </a:r>
          </a:p>
          <a:p>
            <a:pPr algn="ctr"/>
            <a:r>
              <a:rPr lang="en-US" sz="4400" b="1" cap="small" spc="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via the mobile App</a:t>
            </a:r>
            <a:endParaRPr lang="en-US" sz="4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7250DEA-3B2E-597E-1159-8989B465BAE1}"/>
              </a:ext>
            </a:extLst>
          </p:cNvPr>
          <p:cNvCxnSpPr>
            <a:cxnSpLocks/>
          </p:cNvCxnSpPr>
          <p:nvPr/>
        </p:nvCxnSpPr>
        <p:spPr>
          <a:xfrm>
            <a:off x="898419" y="3911600"/>
            <a:ext cx="1039516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711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ysClr val="window" lastClr="FFFFFF"/>
      </a:lt1>
      <a:dk2>
        <a:srgbClr val="323232"/>
      </a:dk2>
      <a:lt2>
        <a:srgbClr val="E3DED1"/>
      </a:lt2>
      <a:accent1>
        <a:srgbClr val="2B2D78"/>
      </a:accent1>
      <a:accent2>
        <a:srgbClr val="92278F"/>
      </a:accent2>
      <a:accent3>
        <a:srgbClr val="00AEEF"/>
      </a:accent3>
      <a:accent4>
        <a:srgbClr val="92278F"/>
      </a:accent4>
      <a:accent5>
        <a:srgbClr val="0082C6"/>
      </a:accent5>
      <a:accent6>
        <a:srgbClr val="C19859"/>
      </a:accent6>
      <a:hlink>
        <a:srgbClr val="92278F"/>
      </a:hlink>
      <a:folHlink>
        <a:srgbClr val="92278F"/>
      </a:folHlink>
    </a:clrScheme>
    <a:fontScheme name="Custom 1">
      <a:majorFont>
        <a:latin typeface="Space "/>
        <a:ea typeface=""/>
        <a:cs typeface=""/>
      </a:majorFont>
      <a:minorFont>
        <a:latin typeface="Play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DBF6165-9FC2-41FE-BF81-BFA2AAD7FAA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4bed3a8c-53b1-405e-a0d0-d990fffc044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a649edd-3005-4233-a3e7-8a8d225fe916" xsi:nil="true"/>
    <lcf76f155ced4ddcb4097134ff3c332f xmlns="5716c540-f2cb-4866-ac44-22c3da4c849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898A77C9D58B48B3D389FB6B71E66B" ma:contentTypeVersion="17" ma:contentTypeDescription="Create a new document." ma:contentTypeScope="" ma:versionID="efacb11f427cb0a88b245a21667b355e">
  <xsd:schema xmlns:xsd="http://www.w3.org/2001/XMLSchema" xmlns:xs="http://www.w3.org/2001/XMLSchema" xmlns:p="http://schemas.microsoft.com/office/2006/metadata/properties" xmlns:ns2="ca649edd-3005-4233-a3e7-8a8d225fe916" xmlns:ns3="5716c540-f2cb-4866-ac44-22c3da4c8498" targetNamespace="http://schemas.microsoft.com/office/2006/metadata/properties" ma:root="true" ma:fieldsID="7d66e34a69efbc1f01a67fcf9f1d58c2" ns2:_="" ns3:_="">
    <xsd:import namespace="ca649edd-3005-4233-a3e7-8a8d225fe916"/>
    <xsd:import namespace="5716c540-f2cb-4866-ac44-22c3da4c849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649edd-3005-4233-a3e7-8a8d225fe91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26532ddb-0539-4ec4-8aaa-822e44af7a13}" ma:internalName="TaxCatchAll" ma:showField="CatchAllData" ma:web="ca649edd-3005-4233-a3e7-8a8d225fe9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16c540-f2cb-4866-ac44-22c3da4c84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b4adaadb-c18e-4b42-95dd-bcb8504af3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7B3771F-02E9-4BEE-AE04-07949018D5BF}">
  <ds:schemaRefs>
    <ds:schemaRef ds:uri="5716c540-f2cb-4866-ac44-22c3da4c8498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a649edd-3005-4233-a3e7-8a8d225fe916"/>
    <ds:schemaRef ds:uri="http://purl.org/dc/terms/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9D37D00-0CCE-41F8-AFAD-3AE3642D56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649edd-3005-4233-a3e7-8a8d225fe916"/>
    <ds:schemaRef ds:uri="5716c540-f2cb-4866-ac44-22c3da4c84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EED9375-ABFC-47C9-99E2-11F11E7CDC1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70051d7-ca08-4339-bade-6d710a2ff616}" enabled="0" method="" siteId="{a70051d7-ca08-4339-bade-6d710a2ff61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197</Words>
  <Application>Microsoft Office PowerPoint</Application>
  <PresentationFormat>Widescreen</PresentationFormat>
  <Paragraphs>74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Cambria</vt:lpstr>
      <vt:lpstr>Play</vt:lpstr>
      <vt:lpstr>Play </vt:lpstr>
      <vt:lpstr>Space</vt:lpstr>
      <vt:lpstr>Space Grotesk</vt:lpstr>
      <vt:lpstr>Office Theme</vt:lpstr>
      <vt:lpstr>PowerPoint Presentation</vt:lpstr>
      <vt:lpstr>PowerPoint Presentation</vt:lpstr>
      <vt:lpstr>Matthew Dowst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This Wasn’t Just “Fun Scripts”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Matthew Dowst</cp:lastModifiedBy>
  <cp:revision>6</cp:revision>
  <dcterms:created xsi:type="dcterms:W3CDTF">2022-12-09T06:31:24Z</dcterms:created>
  <dcterms:modified xsi:type="dcterms:W3CDTF">2026-04-14T22:54:12Z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0x010100C0898A77C9D58B48B3D389FB6B71E66B</vt:lpwstr>
  </property>
  <property fmtid="{D5CDD505-2E9C-101B-9397-08002B2CF9AE}" pid="3" name="MediaServiceImageTags">
    <vt:lpwstr/>
  </property>
</Properties>
</file>