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Play"/>
      <p:regular r:id="rId14"/>
      <p:bold r:id="rId15"/>
    </p:embeddedFont>
    <p:embeddedFont>
      <p:font typeface="Roboto"/>
      <p:regular r:id="rId16"/>
      <p:bold r:id="rId17"/>
      <p:italic r:id="rId18"/>
      <p:boldItalic r:id="rId19"/>
    </p:embeddedFont>
    <p:embeddedFont>
      <p:font typeface="Space Grotesk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7296">
          <p15:clr>
            <a:srgbClr val="A4A3A4"/>
          </p15:clr>
        </p15:guide>
        <p15:guide id="4" pos="384">
          <p15:clr>
            <a:srgbClr val="A4A3A4"/>
          </p15:clr>
        </p15:guide>
        <p15:guide id="5" orient="horz" pos="3936">
          <p15:clr>
            <a:srgbClr val="A4A3A4"/>
          </p15:clr>
        </p15:guide>
        <p15:guide id="6" orient="horz" pos="4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7296"/>
        <p:guide pos="384"/>
        <p:guide pos="3936" orient="horz"/>
        <p:guide pos="45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Grotesk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SpaceGrotesk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b6ec9484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8b6ec9484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051714fa4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051714fa4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d051714fa4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5e0fbfae1_8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d5e0fbfae1_8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d5e0fbfae1_8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051714fa4_0_3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051714fa4_0_3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d051714fa4_0_3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051714fa4_0_3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d051714fa4_0_3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d051714fa4_0_3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6e85fbafa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96e85fbafa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96e85fbafa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2"/>
          <p:cNvGrpSpPr/>
          <p:nvPr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36" name="Google Shape;36;p2"/>
            <p:cNvSpPr/>
            <p:nvPr/>
          </p:nvSpPr>
          <p:spPr>
            <a:xfrm>
              <a:off x="1580452" y="4684536"/>
              <a:ext cx="61200" cy="161567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429836" y="4937044"/>
              <a:ext cx="61200" cy="161567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8643656" y="4810790"/>
              <a:ext cx="61200" cy="161567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944888" y="5679154"/>
              <a:ext cx="25200" cy="1178846"/>
            </a:xfrm>
            <a:custGeom>
              <a:rect b="b" l="l" r="r" t="t"/>
              <a:pathLst>
                <a:path extrusionOk="0" h="1178846" w="25200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2252016" y="6064064"/>
              <a:ext cx="25200" cy="793936"/>
            </a:xfrm>
            <a:custGeom>
              <a:rect b="b" l="l" r="r" t="t"/>
              <a:pathLst>
                <a:path extrusionOk="0" h="793936" w="25200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2887580" y="5833118"/>
              <a:ext cx="25200" cy="1024882"/>
            </a:xfrm>
            <a:custGeom>
              <a:rect b="b" l="l" r="r" t="t"/>
              <a:pathLst>
                <a:path extrusionOk="0" h="1024882" w="25200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4158708" y="5371226"/>
              <a:ext cx="25200" cy="1486774"/>
            </a:xfrm>
            <a:custGeom>
              <a:rect b="b" l="l" r="r" t="t"/>
              <a:pathLst>
                <a:path extrusionOk="0" h="1486774" w="25200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4794272" y="5448208"/>
              <a:ext cx="25200" cy="1409792"/>
            </a:xfrm>
            <a:custGeom>
              <a:rect b="b" l="l" r="r" t="t"/>
              <a:pathLst>
                <a:path extrusionOk="0" h="1409792" w="25200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736964" y="6141046"/>
              <a:ext cx="25200" cy="716954"/>
            </a:xfrm>
            <a:custGeom>
              <a:rect b="b" l="l" r="r" t="t"/>
              <a:pathLst>
                <a:path extrusionOk="0" h="716954" w="25200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8008092" y="5756136"/>
              <a:ext cx="25200" cy="1101864"/>
            </a:xfrm>
            <a:custGeom>
              <a:rect b="b" l="l" r="r" t="t"/>
              <a:pathLst>
                <a:path extrusionOk="0" h="1101864" w="25200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9315220" y="5602172"/>
              <a:ext cx="25200" cy="1255828"/>
            </a:xfrm>
            <a:custGeom>
              <a:rect b="b" l="l" r="r" t="t"/>
              <a:pathLst>
                <a:path extrusionOk="0" h="1255828" w="25200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9950784" y="5987082"/>
              <a:ext cx="25200" cy="870918"/>
            </a:xfrm>
            <a:custGeom>
              <a:rect b="b" l="l" r="r" t="t"/>
              <a:pathLst>
                <a:path extrusionOk="0" h="870918" w="25200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10586348" y="6218024"/>
              <a:ext cx="25200" cy="639977"/>
            </a:xfrm>
            <a:custGeom>
              <a:rect b="b" l="l" r="r" t="t"/>
              <a:pathLst>
                <a:path extrusionOk="0" h="639977" w="25200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11221912" y="5525190"/>
              <a:ext cx="25200" cy="1332810"/>
            </a:xfrm>
            <a:custGeom>
              <a:rect b="b" l="l" r="r" t="t"/>
              <a:pathLst>
                <a:path extrusionOk="0" h="1332810" w="2520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11857477" y="5910100"/>
              <a:ext cx="25200" cy="947900"/>
            </a:xfrm>
            <a:custGeom>
              <a:rect b="b" l="l" r="r" t="t"/>
              <a:pathLst>
                <a:path extrusionOk="0" h="947900" w="252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55" name="Google Shape;55;p2"/>
          <p:cNvSpPr txBox="1"/>
          <p:nvPr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20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r>
              <a:rPr b="1" i="0" lang="en-US" sz="20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b="0" i="0" lang="en-US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/ 15</a:t>
            </a:r>
            <a:endParaRPr b="0" i="0" sz="2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368799" y="3984537"/>
            <a:ext cx="5285657" cy="439362"/>
          </a:xfrm>
          <a:prstGeom prst="roundRect">
            <a:avLst>
              <a:gd fmla="val 18112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3363959" y="4686913"/>
            <a:ext cx="5340895" cy="439362"/>
          </a:xfrm>
          <a:prstGeom prst="roundRect">
            <a:avLst>
              <a:gd fmla="val 18112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content no picture">
  <p:cSld name="Single content no pictur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1362375" y="1992193"/>
            <a:ext cx="9903723" cy="2293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"/>
          <p:cNvSpPr txBox="1"/>
          <p:nvPr>
            <p:ph type="title"/>
          </p:nvPr>
        </p:nvSpPr>
        <p:spPr>
          <a:xfrm>
            <a:off x="2182182" y="2254310"/>
            <a:ext cx="8143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>
            <p:ph idx="2" type="pic"/>
          </p:nvPr>
        </p:nvSpPr>
        <p:spPr>
          <a:xfrm>
            <a:off x="1015551" y="1318989"/>
            <a:ext cx="4839150" cy="413548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grpSp>
        <p:nvGrpSpPr>
          <p:cNvPr id="65" name="Google Shape;65;p5"/>
          <p:cNvGrpSpPr/>
          <p:nvPr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66" name="Google Shape;66;p5"/>
            <p:cNvSpPr/>
            <p:nvPr/>
          </p:nvSpPr>
          <p:spPr>
            <a:xfrm>
              <a:off x="1580452" y="4684536"/>
              <a:ext cx="61200" cy="161567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7" name="Google Shape;67;p5"/>
            <p:cNvSpPr/>
            <p:nvPr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5429836" y="4937044"/>
              <a:ext cx="61200" cy="161567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8643656" y="4810790"/>
              <a:ext cx="61200" cy="161567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944888" y="5679154"/>
              <a:ext cx="25200" cy="1178846"/>
            </a:xfrm>
            <a:custGeom>
              <a:rect b="b" l="l" r="r" t="t"/>
              <a:pathLst>
                <a:path extrusionOk="0" h="1178846" w="25200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2252016" y="6064064"/>
              <a:ext cx="25200" cy="793936"/>
            </a:xfrm>
            <a:custGeom>
              <a:rect b="b" l="l" r="r" t="t"/>
              <a:pathLst>
                <a:path extrusionOk="0" h="793936" w="25200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2887580" y="5833118"/>
              <a:ext cx="25200" cy="1024882"/>
            </a:xfrm>
            <a:custGeom>
              <a:rect b="b" l="l" r="r" t="t"/>
              <a:pathLst>
                <a:path extrusionOk="0" h="1024882" w="25200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4158708" y="5371226"/>
              <a:ext cx="25200" cy="1486774"/>
            </a:xfrm>
            <a:custGeom>
              <a:rect b="b" l="l" r="r" t="t"/>
              <a:pathLst>
                <a:path extrusionOk="0" h="1486774" w="25200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4794272" y="5448208"/>
              <a:ext cx="25200" cy="1409792"/>
            </a:xfrm>
            <a:custGeom>
              <a:rect b="b" l="l" r="r" t="t"/>
              <a:pathLst>
                <a:path extrusionOk="0" h="1409792" w="25200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6736964" y="6141046"/>
              <a:ext cx="25200" cy="716954"/>
            </a:xfrm>
            <a:custGeom>
              <a:rect b="b" l="l" r="r" t="t"/>
              <a:pathLst>
                <a:path extrusionOk="0" h="716954" w="25200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8008092" y="5756136"/>
              <a:ext cx="25200" cy="1101864"/>
            </a:xfrm>
            <a:custGeom>
              <a:rect b="b" l="l" r="r" t="t"/>
              <a:pathLst>
                <a:path extrusionOk="0" h="1101864" w="25200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9315220" y="5602172"/>
              <a:ext cx="25200" cy="1255828"/>
            </a:xfrm>
            <a:custGeom>
              <a:rect b="b" l="l" r="r" t="t"/>
              <a:pathLst>
                <a:path extrusionOk="0" h="1255828" w="25200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9950784" y="5987082"/>
              <a:ext cx="25200" cy="870918"/>
            </a:xfrm>
            <a:custGeom>
              <a:rect b="b" l="l" r="r" t="t"/>
              <a:pathLst>
                <a:path extrusionOk="0" h="870918" w="25200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10586348" y="6218024"/>
              <a:ext cx="25200" cy="639977"/>
            </a:xfrm>
            <a:custGeom>
              <a:rect b="b" l="l" r="r" t="t"/>
              <a:pathLst>
                <a:path extrusionOk="0" h="639977" w="25200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11221912" y="5525190"/>
              <a:ext cx="25200" cy="1332810"/>
            </a:xfrm>
            <a:custGeom>
              <a:rect b="b" l="l" r="r" t="t"/>
              <a:pathLst>
                <a:path extrusionOk="0" h="1332810" w="2520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11857477" y="5910100"/>
              <a:ext cx="25200" cy="947900"/>
            </a:xfrm>
            <a:custGeom>
              <a:rect b="b" l="l" r="r" t="t"/>
              <a:pathLst>
                <a:path extrusionOk="0" h="947900" w="252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85" name="Google Shape;85;p5"/>
          <p:cNvSpPr txBox="1"/>
          <p:nvPr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20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r>
              <a:rPr b="1" i="0" lang="en-US" sz="20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b="0" i="0" lang="en-US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/ 15</a:t>
            </a:r>
            <a:endParaRPr b="0" i="0" sz="2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6" name="Google Shape;86;p5"/>
          <p:cNvSpPr txBox="1"/>
          <p:nvPr>
            <p:ph idx="1" type="body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87" name="Google Shape;87;p5"/>
          <p:cNvSpPr txBox="1"/>
          <p:nvPr>
            <p:ph type="title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/>
          <p:nvPr>
            <p:ph idx="2" type="pic"/>
          </p:nvPr>
        </p:nvSpPr>
        <p:spPr>
          <a:xfrm>
            <a:off x="2690581" y="1315633"/>
            <a:ext cx="3621729" cy="1913587"/>
          </a:xfrm>
          <a:prstGeom prst="roundRect">
            <a:avLst>
              <a:gd fmla="val 9474" name="adj"/>
            </a:avLst>
          </a:prstGeom>
          <a:solidFill>
            <a:schemeClr val="dk1"/>
          </a:solidFill>
          <a:ln>
            <a:noFill/>
          </a:ln>
        </p:spPr>
      </p:sp>
      <p:sp>
        <p:nvSpPr>
          <p:cNvPr id="90" name="Google Shape;90;p6"/>
          <p:cNvSpPr/>
          <p:nvPr>
            <p:ph idx="3" type="pic"/>
          </p:nvPr>
        </p:nvSpPr>
        <p:spPr>
          <a:xfrm>
            <a:off x="2690581" y="3579174"/>
            <a:ext cx="3621729" cy="1913587"/>
          </a:xfrm>
          <a:prstGeom prst="roundRect">
            <a:avLst>
              <a:gd fmla="val 10284" name="adj"/>
            </a:avLst>
          </a:prstGeom>
          <a:solidFill>
            <a:schemeClr val="dk1"/>
          </a:solidFill>
          <a:ln>
            <a:noFill/>
          </a:ln>
        </p:spPr>
      </p:sp>
      <p:sp>
        <p:nvSpPr>
          <p:cNvPr id="91" name="Google Shape;91;p6"/>
          <p:cNvSpPr txBox="1"/>
          <p:nvPr>
            <p:ph idx="1" type="body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92" name="Google Shape;92;p6"/>
          <p:cNvSpPr txBox="1"/>
          <p:nvPr>
            <p:ph type="title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/>
          <p:nvPr>
            <p:ph idx="2" type="pic"/>
          </p:nvPr>
        </p:nvSpPr>
        <p:spPr>
          <a:xfrm>
            <a:off x="6726611" y="1701364"/>
            <a:ext cx="1350350" cy="135035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95" name="Google Shape;95;p7"/>
          <p:cNvSpPr/>
          <p:nvPr>
            <p:ph idx="3" type="pic"/>
          </p:nvPr>
        </p:nvSpPr>
        <p:spPr>
          <a:xfrm>
            <a:off x="6725831" y="3825875"/>
            <a:ext cx="1350962" cy="1350963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96" name="Google Shape;96;p7"/>
          <p:cNvSpPr txBox="1"/>
          <p:nvPr>
            <p:ph idx="1" type="body"/>
          </p:nvPr>
        </p:nvSpPr>
        <p:spPr>
          <a:xfrm>
            <a:off x="1256362" y="1361260"/>
            <a:ext cx="4686184" cy="4135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97" name="Google Shape;97;p7"/>
          <p:cNvSpPr txBox="1"/>
          <p:nvPr>
            <p:ph type="title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/>
          <p:nvPr>
            <p:ph idx="2" type="pic"/>
          </p:nvPr>
        </p:nvSpPr>
        <p:spPr>
          <a:xfrm>
            <a:off x="1308700" y="1161143"/>
            <a:ext cx="4296227" cy="2148114"/>
          </a:xfrm>
          <a:prstGeom prst="roundRect">
            <a:avLst>
              <a:gd fmla="val 10459" name="adj"/>
            </a:avLst>
          </a:prstGeom>
          <a:solidFill>
            <a:schemeClr val="dk1"/>
          </a:solidFill>
          <a:ln>
            <a:noFill/>
          </a:ln>
        </p:spPr>
      </p:sp>
      <p:sp>
        <p:nvSpPr>
          <p:cNvPr id="100" name="Google Shape;100;p8"/>
          <p:cNvSpPr/>
          <p:nvPr>
            <p:ph idx="3" type="pic"/>
          </p:nvPr>
        </p:nvSpPr>
        <p:spPr>
          <a:xfrm>
            <a:off x="3183801" y="3520352"/>
            <a:ext cx="2425261" cy="2039257"/>
          </a:xfrm>
          <a:prstGeom prst="roundRect">
            <a:avLst>
              <a:gd fmla="val 11529" name="adj"/>
            </a:avLst>
          </a:prstGeom>
          <a:solidFill>
            <a:schemeClr val="dk1"/>
          </a:solidFill>
          <a:ln>
            <a:noFill/>
          </a:ln>
        </p:spPr>
      </p:sp>
      <p:sp>
        <p:nvSpPr>
          <p:cNvPr id="101" name="Google Shape;101;p8"/>
          <p:cNvSpPr txBox="1"/>
          <p:nvPr>
            <p:ph type="title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2" name="Google Shape;102;p8"/>
          <p:cNvSpPr txBox="1"/>
          <p:nvPr>
            <p:ph idx="1" type="body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/>
          <p:nvPr>
            <p:ph idx="2" type="pic"/>
          </p:nvPr>
        </p:nvSpPr>
        <p:spPr>
          <a:xfrm>
            <a:off x="7031478" y="685800"/>
            <a:ext cx="4550922" cy="4550922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05" name="Google Shape;105;p9"/>
          <p:cNvSpPr/>
          <p:nvPr>
            <p:ph idx="3" type="pic"/>
          </p:nvPr>
        </p:nvSpPr>
        <p:spPr>
          <a:xfrm>
            <a:off x="6363338" y="3733589"/>
            <a:ext cx="1940794" cy="1940794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06" name="Google Shape;106;p9"/>
          <p:cNvSpPr txBox="1"/>
          <p:nvPr>
            <p:ph idx="1" type="body"/>
          </p:nvPr>
        </p:nvSpPr>
        <p:spPr>
          <a:xfrm>
            <a:off x="741978" y="1224098"/>
            <a:ext cx="4686184" cy="4135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07" name="Google Shape;107;p9"/>
          <p:cNvSpPr txBox="1"/>
          <p:nvPr>
            <p:ph type="title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"/>
          <p:cNvSpPr/>
          <p:nvPr>
            <p:ph idx="2" type="pic"/>
          </p:nvPr>
        </p:nvSpPr>
        <p:spPr>
          <a:xfrm>
            <a:off x="0" y="1270352"/>
            <a:ext cx="5721530" cy="2105638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10" name="Google Shape;110;p10"/>
          <p:cNvSpPr/>
          <p:nvPr>
            <p:ph idx="3" type="pic"/>
          </p:nvPr>
        </p:nvSpPr>
        <p:spPr>
          <a:xfrm>
            <a:off x="0" y="3569810"/>
            <a:ext cx="3189449" cy="2105638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11" name="Google Shape;111;p10"/>
          <p:cNvSpPr txBox="1"/>
          <p:nvPr>
            <p:ph idx="1" type="body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12" name="Google Shape;112;p10"/>
          <p:cNvSpPr txBox="1"/>
          <p:nvPr>
            <p:ph type="title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/>
          <p:nvPr>
            <p:ph idx="2" type="pic"/>
          </p:nvPr>
        </p:nvSpPr>
        <p:spPr>
          <a:xfrm>
            <a:off x="0" y="0"/>
            <a:ext cx="12192000" cy="36576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15" name="Google Shape;115;p11"/>
          <p:cNvSpPr/>
          <p:nvPr>
            <p:ph idx="3" type="pic"/>
          </p:nvPr>
        </p:nvSpPr>
        <p:spPr>
          <a:xfrm>
            <a:off x="1785257" y="2529349"/>
            <a:ext cx="3918857" cy="21336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16" name="Google Shape;116;p11"/>
          <p:cNvSpPr/>
          <p:nvPr>
            <p:ph idx="4" type="pic"/>
          </p:nvPr>
        </p:nvSpPr>
        <p:spPr>
          <a:xfrm>
            <a:off x="6549572" y="2529349"/>
            <a:ext cx="3918857" cy="21336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"/>
          <p:cNvSpPr/>
          <p:nvPr>
            <p:ph idx="2" type="pic"/>
          </p:nvPr>
        </p:nvSpPr>
        <p:spPr>
          <a:xfrm>
            <a:off x="4905618" y="1293962"/>
            <a:ext cx="3515830" cy="5564038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19" name="Google Shape;119;p12"/>
          <p:cNvSpPr txBox="1"/>
          <p:nvPr>
            <p:ph type="title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/>
          <p:nvPr>
            <p:ph idx="2" type="pic"/>
          </p:nvPr>
        </p:nvSpPr>
        <p:spPr>
          <a:xfrm>
            <a:off x="3808448" y="1228164"/>
            <a:ext cx="2690675" cy="3139355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22" name="Google Shape;122;p13"/>
          <p:cNvSpPr/>
          <p:nvPr>
            <p:ph idx="3" type="pic"/>
          </p:nvPr>
        </p:nvSpPr>
        <p:spPr>
          <a:xfrm>
            <a:off x="3808448" y="4536141"/>
            <a:ext cx="2690675" cy="2321859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23" name="Google Shape;123;p13"/>
          <p:cNvSpPr txBox="1"/>
          <p:nvPr>
            <p:ph type="title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/>
          <p:nvPr>
            <p:ph idx="2" type="pic"/>
          </p:nvPr>
        </p:nvSpPr>
        <p:spPr>
          <a:xfrm>
            <a:off x="6496878" y="1386519"/>
            <a:ext cx="4598504" cy="4084962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26" name="Google Shape;126;p14"/>
          <p:cNvSpPr txBox="1"/>
          <p:nvPr>
            <p:ph idx="1" type="body"/>
          </p:nvPr>
        </p:nvSpPr>
        <p:spPr>
          <a:xfrm>
            <a:off x="1008939" y="1336001"/>
            <a:ext cx="4686184" cy="4135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type="title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/>
          <p:nvPr>
            <p:ph idx="2" type="pic"/>
          </p:nvPr>
        </p:nvSpPr>
        <p:spPr>
          <a:xfrm>
            <a:off x="1058496" y="1636393"/>
            <a:ext cx="4663685" cy="2593429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30" name="Google Shape;130;p15"/>
          <p:cNvSpPr txBox="1"/>
          <p:nvPr>
            <p:ph idx="1" type="body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31" name="Google Shape;131;p15"/>
          <p:cNvSpPr txBox="1"/>
          <p:nvPr>
            <p:ph type="title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/>
          <p:nvPr>
            <p:ph idx="2" type="pic"/>
          </p:nvPr>
        </p:nvSpPr>
        <p:spPr>
          <a:xfrm>
            <a:off x="7408408" y="1184719"/>
            <a:ext cx="3998913" cy="3464418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34" name="Google Shape;134;p16"/>
          <p:cNvSpPr txBox="1"/>
          <p:nvPr>
            <p:ph idx="1" type="body"/>
          </p:nvPr>
        </p:nvSpPr>
        <p:spPr>
          <a:xfrm>
            <a:off x="1409816" y="1361260"/>
            <a:ext cx="4686184" cy="4135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title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C4C4C"/>
            </a:gs>
            <a:gs pos="50000">
              <a:srgbClr val="292929"/>
            </a:gs>
            <a:gs pos="100000">
              <a:schemeClr val="dk1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309324" y="3273040"/>
            <a:ext cx="11573353" cy="3587612"/>
            <a:chOff x="309324" y="3273040"/>
            <a:chExt cx="11573353" cy="3587612"/>
          </a:xfrm>
        </p:grpSpPr>
        <p:sp>
          <p:nvSpPr>
            <p:cNvPr id="11" name="Google Shape;11;p1"/>
            <p:cNvSpPr/>
            <p:nvPr/>
          </p:nvSpPr>
          <p:spPr>
            <a:xfrm>
              <a:off x="1580452" y="3273040"/>
              <a:ext cx="61200" cy="266365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3523144" y="4024394"/>
              <a:ext cx="25200" cy="2582428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6101400" y="4278224"/>
              <a:ext cx="25200" cy="2582428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309324" y="3897479"/>
              <a:ext cx="25200" cy="2582428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5429836" y="3689333"/>
              <a:ext cx="61200" cy="266365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8643656" y="3481186"/>
              <a:ext cx="61200" cy="266365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7372528" y="4151309"/>
              <a:ext cx="25200" cy="2582428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944888" y="4912799"/>
              <a:ext cx="25200" cy="1943483"/>
            </a:xfrm>
            <a:custGeom>
              <a:rect b="b" l="l" r="r" t="t"/>
              <a:pathLst>
                <a:path extrusionOk="0" h="1178846" w="25200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2252016" y="5547373"/>
              <a:ext cx="25200" cy="1308908"/>
            </a:xfrm>
            <a:custGeom>
              <a:rect b="b" l="l" r="r" t="t"/>
              <a:pathLst>
                <a:path extrusionOk="0" h="793936" w="25200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2887580" y="5166629"/>
              <a:ext cx="25200" cy="1689653"/>
            </a:xfrm>
            <a:custGeom>
              <a:rect b="b" l="l" r="r" t="t"/>
              <a:pathLst>
                <a:path extrusionOk="0" h="1024882" w="25200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4158708" y="4405139"/>
              <a:ext cx="25200" cy="2451143"/>
            </a:xfrm>
            <a:custGeom>
              <a:rect b="b" l="l" r="r" t="t"/>
              <a:pathLst>
                <a:path extrusionOk="0" h="1486774" w="25200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4794272" y="4532054"/>
              <a:ext cx="25200" cy="2324228"/>
            </a:xfrm>
            <a:custGeom>
              <a:rect b="b" l="l" r="r" t="t"/>
              <a:pathLst>
                <a:path extrusionOk="0" h="1409792" w="25200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6736964" y="5674288"/>
              <a:ext cx="25200" cy="1181993"/>
            </a:xfrm>
            <a:custGeom>
              <a:rect b="b" l="l" r="r" t="t"/>
              <a:pathLst>
                <a:path extrusionOk="0" h="716954" w="25200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8008092" y="5039714"/>
              <a:ext cx="25200" cy="1816568"/>
            </a:xfrm>
            <a:custGeom>
              <a:rect b="b" l="l" r="r" t="t"/>
              <a:pathLst>
                <a:path extrusionOk="0" h="1101864" w="25200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9315220" y="4785884"/>
              <a:ext cx="25200" cy="2070398"/>
            </a:xfrm>
            <a:custGeom>
              <a:rect b="b" l="l" r="r" t="t"/>
              <a:pathLst>
                <a:path extrusionOk="0" h="1255828" w="25200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9950784" y="5420459"/>
              <a:ext cx="25200" cy="1435823"/>
            </a:xfrm>
            <a:custGeom>
              <a:rect b="b" l="l" r="r" t="t"/>
              <a:pathLst>
                <a:path extrusionOk="0" h="870918" w="25200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10586348" y="5801197"/>
              <a:ext cx="25200" cy="1055086"/>
            </a:xfrm>
            <a:custGeom>
              <a:rect b="b" l="l" r="r" t="t"/>
              <a:pathLst>
                <a:path extrusionOk="0" h="639977" w="25200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11221912" y="4658969"/>
              <a:ext cx="25200" cy="2197313"/>
            </a:xfrm>
            <a:custGeom>
              <a:rect b="b" l="l" r="r" t="t"/>
              <a:pathLst>
                <a:path extrusionOk="0" h="1332810" w="2520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11857477" y="5293544"/>
              <a:ext cx="25200" cy="1562738"/>
            </a:xfrm>
            <a:custGeom>
              <a:rect b="b" l="l" r="r" t="t"/>
              <a:pathLst>
                <a:path extrusionOk="0" h="947900" w="252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30" name="Google Shape;30;p1"/>
          <p:cNvSpPr txBox="1"/>
          <p:nvPr/>
        </p:nvSpPr>
        <p:spPr>
          <a:xfrm>
            <a:off x="309523" y="378023"/>
            <a:ext cx="19919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PowerShell + DevOps </a:t>
            </a:r>
            <a:r>
              <a:rPr b="1" i="0" lang="en-US" sz="1400" u="none" cap="none" strike="noStrike">
                <a:solidFill>
                  <a:schemeClr val="accent3"/>
                </a:solidFill>
                <a:latin typeface="Space Grotesk"/>
                <a:ea typeface="Space Grotesk"/>
                <a:cs typeface="Space Grotesk"/>
                <a:sym typeface="Space Grotesk"/>
              </a:rPr>
              <a:t>Global Summit</a:t>
            </a:r>
            <a:endParaRPr/>
          </a:p>
        </p:txBody>
      </p:sp>
      <p:sp>
        <p:nvSpPr>
          <p:cNvPr id="31" name="Google Shape;31;p1"/>
          <p:cNvSpPr txBox="1"/>
          <p:nvPr/>
        </p:nvSpPr>
        <p:spPr>
          <a:xfrm>
            <a:off x="5050772" y="6201827"/>
            <a:ext cx="1991947" cy="307777"/>
          </a:xfrm>
          <a:prstGeom prst="rect">
            <a:avLst/>
          </a:prstGeom>
          <a:solidFill>
            <a:srgbClr val="2298B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April 13-16</a:t>
            </a:r>
            <a:r>
              <a:rPr b="1" i="0" lang="en-US" sz="1400" u="none" cap="none" strike="noStrike">
                <a:solidFill>
                  <a:schemeClr val="accent1"/>
                </a:solidFill>
                <a:latin typeface="Space Grotesk"/>
                <a:ea typeface="Space Grotesk"/>
                <a:cs typeface="Space Grotesk"/>
                <a:sym typeface="Space Grotesk"/>
              </a:rPr>
              <a:t>, 2026</a:t>
            </a:r>
            <a:endParaRPr/>
          </a:p>
        </p:txBody>
      </p:sp>
      <p:pic>
        <p:nvPicPr>
          <p:cNvPr descr="See the source image" id="32" name="Google Shape;32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44351" y="6212412"/>
            <a:ext cx="1482436" cy="522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lue text on a black background&#10;&#10;AI-generated content may be incorrect." id="33" name="Google Shape;33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39775" y="185585"/>
            <a:ext cx="2177038" cy="52322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bobbycodes.io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17"/>
          <p:cNvGrpSpPr/>
          <p:nvPr/>
        </p:nvGrpSpPr>
        <p:grpSpPr>
          <a:xfrm>
            <a:off x="309324" y="3272892"/>
            <a:ext cx="11573353" cy="3587367"/>
            <a:chOff x="309324" y="4684536"/>
            <a:chExt cx="11573353" cy="2176008"/>
          </a:xfrm>
        </p:grpSpPr>
        <p:sp>
          <p:nvSpPr>
            <p:cNvPr id="142" name="Google Shape;142;p17"/>
            <p:cNvSpPr/>
            <p:nvPr/>
          </p:nvSpPr>
          <p:spPr>
            <a:xfrm>
              <a:off x="1580452" y="4684536"/>
              <a:ext cx="61200" cy="161567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43" name="Google Shape;143;p17"/>
            <p:cNvSpPr/>
            <p:nvPr/>
          </p:nvSpPr>
          <p:spPr>
            <a:xfrm>
              <a:off x="3523144" y="5140280"/>
              <a:ext cx="25200" cy="1566300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44" name="Google Shape;144;p17"/>
            <p:cNvSpPr/>
            <p:nvPr/>
          </p:nvSpPr>
          <p:spPr>
            <a:xfrm>
              <a:off x="6101400" y="5294244"/>
              <a:ext cx="25200" cy="1566300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45" name="Google Shape;145;p17"/>
            <p:cNvSpPr/>
            <p:nvPr/>
          </p:nvSpPr>
          <p:spPr>
            <a:xfrm>
              <a:off x="309324" y="5063298"/>
              <a:ext cx="25200" cy="1566300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46" name="Google Shape;146;p17"/>
            <p:cNvSpPr/>
            <p:nvPr/>
          </p:nvSpPr>
          <p:spPr>
            <a:xfrm>
              <a:off x="5429836" y="4937044"/>
              <a:ext cx="61200" cy="161567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8643656" y="4810790"/>
              <a:ext cx="61200" cy="161567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7372528" y="5217262"/>
              <a:ext cx="25200" cy="1566300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944888" y="5679154"/>
              <a:ext cx="25200" cy="1178846"/>
            </a:xfrm>
            <a:custGeom>
              <a:rect b="b" l="l" r="r" t="t"/>
              <a:pathLst>
                <a:path extrusionOk="0" h="1178846" w="25200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50" name="Google Shape;150;p17"/>
            <p:cNvSpPr/>
            <p:nvPr/>
          </p:nvSpPr>
          <p:spPr>
            <a:xfrm>
              <a:off x="2252016" y="6064064"/>
              <a:ext cx="25200" cy="793936"/>
            </a:xfrm>
            <a:custGeom>
              <a:rect b="b" l="l" r="r" t="t"/>
              <a:pathLst>
                <a:path extrusionOk="0" h="793936" w="25200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2887580" y="5833118"/>
              <a:ext cx="25200" cy="1024882"/>
            </a:xfrm>
            <a:custGeom>
              <a:rect b="b" l="l" r="r" t="t"/>
              <a:pathLst>
                <a:path extrusionOk="0" h="1024882" w="25200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52" name="Google Shape;152;p17"/>
            <p:cNvSpPr/>
            <p:nvPr/>
          </p:nvSpPr>
          <p:spPr>
            <a:xfrm>
              <a:off x="4158708" y="5371226"/>
              <a:ext cx="25200" cy="1486774"/>
            </a:xfrm>
            <a:custGeom>
              <a:rect b="b" l="l" r="r" t="t"/>
              <a:pathLst>
                <a:path extrusionOk="0" h="1486774" w="25200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4794272" y="5448208"/>
              <a:ext cx="25200" cy="1409792"/>
            </a:xfrm>
            <a:custGeom>
              <a:rect b="b" l="l" r="r" t="t"/>
              <a:pathLst>
                <a:path extrusionOk="0" h="1409792" w="25200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6736964" y="6141046"/>
              <a:ext cx="25200" cy="716954"/>
            </a:xfrm>
            <a:custGeom>
              <a:rect b="b" l="l" r="r" t="t"/>
              <a:pathLst>
                <a:path extrusionOk="0" h="716954" w="25200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8008092" y="5756136"/>
              <a:ext cx="25200" cy="1101864"/>
            </a:xfrm>
            <a:custGeom>
              <a:rect b="b" l="l" r="r" t="t"/>
              <a:pathLst>
                <a:path extrusionOk="0" h="1101864" w="25200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9315220" y="5602172"/>
              <a:ext cx="25200" cy="1255828"/>
            </a:xfrm>
            <a:custGeom>
              <a:rect b="b" l="l" r="r" t="t"/>
              <a:pathLst>
                <a:path extrusionOk="0" h="1255828" w="25200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9950784" y="5987082"/>
              <a:ext cx="25200" cy="870918"/>
            </a:xfrm>
            <a:custGeom>
              <a:rect b="b" l="l" r="r" t="t"/>
              <a:pathLst>
                <a:path extrusionOk="0" h="870918" w="25200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10586348" y="6218024"/>
              <a:ext cx="25200" cy="639977"/>
            </a:xfrm>
            <a:custGeom>
              <a:rect b="b" l="l" r="r" t="t"/>
              <a:pathLst>
                <a:path extrusionOk="0" h="639977" w="25200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11221912" y="5525190"/>
              <a:ext cx="25200" cy="1332810"/>
            </a:xfrm>
            <a:custGeom>
              <a:rect b="b" l="l" r="r" t="t"/>
              <a:pathLst>
                <a:path extrusionOk="0" h="1332810" w="2520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11857477" y="5910100"/>
              <a:ext cx="25200" cy="947900"/>
            </a:xfrm>
            <a:custGeom>
              <a:rect b="b" l="l" r="r" t="t"/>
              <a:pathLst>
                <a:path extrusionOk="0" h="947900" w="252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161" name="Google Shape;161;p17"/>
          <p:cNvSpPr txBox="1"/>
          <p:nvPr/>
        </p:nvSpPr>
        <p:spPr>
          <a:xfrm>
            <a:off x="196647" y="1402445"/>
            <a:ext cx="11798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Putting the </a:t>
            </a:r>
            <a:r>
              <a:rPr b="1" lang="en-US" sz="7500">
                <a:solidFill>
                  <a:schemeClr val="accent1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“Pro” </a:t>
            </a:r>
            <a:r>
              <a:rPr b="1" lang="en-US" sz="7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in PowerShell </a:t>
            </a:r>
            <a:r>
              <a:rPr b="1" lang="en-US" sz="7500">
                <a:solidFill>
                  <a:schemeClr val="accent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Profiles </a:t>
            </a:r>
            <a:endParaRPr sz="100"/>
          </a:p>
        </p:txBody>
      </p:sp>
      <p:sp>
        <p:nvSpPr>
          <p:cNvPr id="162" name="Google Shape;162;p17"/>
          <p:cNvSpPr/>
          <p:nvPr/>
        </p:nvSpPr>
        <p:spPr>
          <a:xfrm>
            <a:off x="3368800" y="3984525"/>
            <a:ext cx="5290500" cy="439500"/>
          </a:xfrm>
          <a:prstGeom prst="roundRect">
            <a:avLst>
              <a:gd fmla="val 18112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Rob Pleau</a:t>
            </a:r>
            <a:endParaRPr b="0" i="0" sz="18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3363959" y="4686913"/>
            <a:ext cx="5340900" cy="439500"/>
          </a:xfrm>
          <a:prstGeom prst="roundRect">
            <a:avLst>
              <a:gd fmla="val 18112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3393266" y="4692957"/>
            <a:ext cx="5290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u="sng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https://www.bobbycodes.io/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idx="1" type="body"/>
          </p:nvPr>
        </p:nvSpPr>
        <p:spPr>
          <a:xfrm>
            <a:off x="1362375" y="1992193"/>
            <a:ext cx="9903600" cy="22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Keep this here and replace it with the update sponsor image that will be sent out the week prior to summit</a:t>
            </a:r>
            <a:endParaRPr/>
          </a:p>
        </p:txBody>
      </p:sp>
      <p:pic>
        <p:nvPicPr>
          <p:cNvPr id="170" name="Google Shape;17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5" cy="6857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1008950" y="1964175"/>
            <a:ext cx="7055400" cy="3892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PowerShell user for over 14 years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Loves Linux </a:t>
            </a:r>
            <a:r>
              <a:rPr i="1" lang="en-US" sz="1900"/>
              <a:t>(I use Arch btw)  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Neovim is the only editor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Mechanical keyboards with Kaihl switches is the way.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Addicted to markdown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n-US" sz="1700"/>
              <a:t>Disclaimer:</a:t>
            </a:r>
            <a:r>
              <a:rPr i="1" lang="en-US" sz="1700"/>
              <a:t> Based on the above, expect a lot of terminal, markdown and Neovim!</a:t>
            </a:r>
            <a:endParaRPr i="1" sz="1500"/>
          </a:p>
        </p:txBody>
      </p:sp>
      <p:sp>
        <p:nvSpPr>
          <p:cNvPr id="177" name="Google Shape;177;p19"/>
          <p:cNvSpPr txBox="1"/>
          <p:nvPr>
            <p:ph type="title"/>
          </p:nvPr>
        </p:nvSpPr>
        <p:spPr>
          <a:xfrm>
            <a:off x="414950" y="1219700"/>
            <a:ext cx="3354000" cy="594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Space Grotesk"/>
                <a:ea typeface="Space Grotesk"/>
                <a:cs typeface="Space Grotesk"/>
                <a:sym typeface="Space Grotesk"/>
              </a:rPr>
              <a:t>About </a:t>
            </a:r>
            <a:r>
              <a:rPr b="1" lang="en-US" sz="3400">
                <a:solidFill>
                  <a:schemeClr val="accent1"/>
                </a:solidFill>
                <a:latin typeface="Space Grotesk"/>
                <a:ea typeface="Space Grotesk"/>
                <a:cs typeface="Space Grotesk"/>
                <a:sym typeface="Space Grotesk"/>
              </a:rPr>
              <a:t>Me</a:t>
            </a:r>
            <a:endParaRPr b="1" sz="3400">
              <a:solidFill>
                <a:schemeClr val="accen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78" name="Google Shape;1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6149" y="2285125"/>
            <a:ext cx="231325" cy="2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8464000" y="4589575"/>
            <a:ext cx="383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Pictured: Me behind the scenes of the movie ‘Con Air’</a:t>
            </a:r>
            <a:endParaRPr sz="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80" name="Google Shape;18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7495" y="2555699"/>
            <a:ext cx="189741" cy="231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82885" y="2020920"/>
            <a:ext cx="231325" cy="23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71024" y="1198075"/>
            <a:ext cx="2467050" cy="3427643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 txBox="1"/>
          <p:nvPr>
            <p:ph idx="1" type="body"/>
          </p:nvPr>
        </p:nvSpPr>
        <p:spPr>
          <a:xfrm>
            <a:off x="1008950" y="1964175"/>
            <a:ext cx="9776700" cy="3892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rtl="0" algn="l"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What’s a profile?</a:t>
            </a:r>
            <a:endParaRPr sz="3200"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What’s a prompt?</a:t>
            </a:r>
            <a:endParaRPr sz="3200"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What’s a </a:t>
            </a:r>
            <a:r>
              <a:rPr lang="en-US" sz="3200"/>
              <a:t>prompt</a:t>
            </a:r>
            <a:r>
              <a:rPr lang="en-US" sz="3200"/>
              <a:t> engine?</a:t>
            </a:r>
            <a:endParaRPr sz="3200"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How to access your profile anywhere</a:t>
            </a:r>
            <a:endParaRPr sz="3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  <p:sp>
        <p:nvSpPr>
          <p:cNvPr id="189" name="Google Shape;189;p20"/>
          <p:cNvSpPr txBox="1"/>
          <p:nvPr>
            <p:ph type="title"/>
          </p:nvPr>
        </p:nvSpPr>
        <p:spPr>
          <a:xfrm>
            <a:off x="414950" y="1219700"/>
            <a:ext cx="4402500" cy="594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Space Grotesk"/>
                <a:ea typeface="Space Grotesk"/>
                <a:cs typeface="Space Grotesk"/>
                <a:sym typeface="Space Grotesk"/>
              </a:rPr>
              <a:t>What We’ll</a:t>
            </a:r>
            <a:r>
              <a:rPr b="1" lang="en-US" sz="3400"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1" lang="en-US" sz="3400">
                <a:solidFill>
                  <a:schemeClr val="accent1"/>
                </a:solidFill>
                <a:latin typeface="Space Grotesk"/>
                <a:ea typeface="Space Grotesk"/>
                <a:cs typeface="Space Grotesk"/>
                <a:sym typeface="Space Grotesk"/>
              </a:rPr>
              <a:t>Cover</a:t>
            </a:r>
            <a:endParaRPr b="1" sz="3400">
              <a:solidFill>
                <a:schemeClr val="accen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/>
          <p:nvPr>
            <p:ph idx="1" type="body"/>
          </p:nvPr>
        </p:nvSpPr>
        <p:spPr>
          <a:xfrm>
            <a:off x="911524" y="1361250"/>
            <a:ext cx="10395600" cy="413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What do you need to know?...  (</a:t>
            </a:r>
            <a:r>
              <a:rPr b="1" i="1" lang="en-US"/>
              <a:t>SPOILER ALERT</a:t>
            </a:r>
            <a:r>
              <a:rPr lang="en-US"/>
              <a:t>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1"/>
          <p:cNvSpPr txBox="1"/>
          <p:nvPr>
            <p:ph type="title"/>
          </p:nvPr>
        </p:nvSpPr>
        <p:spPr>
          <a:xfrm>
            <a:off x="2242567" y="158091"/>
            <a:ext cx="8143200" cy="132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/>
              <a:t>PowerShell Profiles and</a:t>
            </a:r>
            <a:r>
              <a:rPr lang="en-US" sz="4700"/>
              <a:t> </a:t>
            </a:r>
            <a:r>
              <a:rPr lang="en-US" sz="4700"/>
              <a:t>Prompts</a:t>
            </a:r>
            <a:endParaRPr sz="4700"/>
          </a:p>
        </p:txBody>
      </p:sp>
      <p:sp>
        <p:nvSpPr>
          <p:cNvPr id="197" name="Google Shape;197;p21"/>
          <p:cNvSpPr txBox="1"/>
          <p:nvPr/>
        </p:nvSpPr>
        <p:spPr>
          <a:xfrm>
            <a:off x="3959225" y="2772625"/>
            <a:ext cx="51426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The</a:t>
            </a:r>
            <a:r>
              <a:rPr lang="en-US" sz="2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profile is a script.</a:t>
            </a:r>
            <a:endParaRPr sz="2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The prompt is a function.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/>
          <p:nvPr>
            <p:ph type="title"/>
          </p:nvPr>
        </p:nvSpPr>
        <p:spPr>
          <a:xfrm>
            <a:off x="811050" y="2408575"/>
            <a:ext cx="10647300" cy="1128000"/>
          </a:xfrm>
          <a:prstGeom prst="rect">
            <a:avLst/>
          </a:prstGeom>
          <a:solidFill>
            <a:srgbClr val="43434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PS&gt;</a:t>
            </a:r>
            <a:r>
              <a:rPr lang="en-US">
                <a:solidFill>
                  <a:srgbClr val="F1C232"/>
                </a:solidFill>
                <a:latin typeface="Roboto"/>
                <a:ea typeface="Roboto"/>
                <a:cs typeface="Roboto"/>
                <a:sym typeface="Roboto"/>
              </a:rPr>
              <a:t> Invoke-Demo</a:t>
            </a:r>
            <a:r>
              <a:rPr lang="en-US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-Force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4" name="Google Shape;20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40">
            <a:off x="5357380" y="4251473"/>
            <a:ext cx="1554646" cy="1554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3"/>
          <p:cNvSpPr txBox="1"/>
          <p:nvPr>
            <p:ph idx="1" type="body"/>
          </p:nvPr>
        </p:nvSpPr>
        <p:spPr>
          <a:xfrm>
            <a:off x="911524" y="1361250"/>
            <a:ext cx="10395600" cy="413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In review.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3"/>
          <p:cNvSpPr txBox="1"/>
          <p:nvPr>
            <p:ph type="title"/>
          </p:nvPr>
        </p:nvSpPr>
        <p:spPr>
          <a:xfrm>
            <a:off x="2242567" y="158091"/>
            <a:ext cx="8143200" cy="132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/>
              <a:t>PowerShell Profiles and Prompts</a:t>
            </a:r>
            <a:endParaRPr sz="4700"/>
          </a:p>
        </p:txBody>
      </p:sp>
      <p:sp>
        <p:nvSpPr>
          <p:cNvPr id="212" name="Google Shape;212;p23"/>
          <p:cNvSpPr txBox="1"/>
          <p:nvPr/>
        </p:nvSpPr>
        <p:spPr>
          <a:xfrm>
            <a:off x="2907350" y="2253950"/>
            <a:ext cx="70422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The</a:t>
            </a:r>
            <a:r>
              <a:rPr lang="en-US" sz="2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profile is a script.</a:t>
            </a:r>
            <a:endParaRPr sz="2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The prompt is a function.</a:t>
            </a:r>
            <a:endParaRPr sz="2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Prompt engines help with heavy lifting</a:t>
            </a:r>
            <a:endParaRPr sz="2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Access your profile from any machine</a:t>
            </a:r>
            <a:br>
              <a:rPr lang="en-US" sz="2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</a:br>
            <a:br>
              <a:rPr lang="en-US" sz="2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</a:br>
            <a:br>
              <a:rPr lang="en-US" sz="2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</a:br>
            <a:br>
              <a:rPr lang="en-US" sz="2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1" lang="en-US" sz="2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Make it your own!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 txBox="1"/>
          <p:nvPr/>
        </p:nvSpPr>
        <p:spPr>
          <a:xfrm>
            <a:off x="929862" y="577865"/>
            <a:ext cx="10323517" cy="2015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0" u="none" cap="none" strike="noStrike">
                <a:solidFill>
                  <a:schemeClr val="accent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</a:t>
            </a:r>
            <a:endParaRPr/>
          </a:p>
        </p:txBody>
      </p:sp>
      <p:sp>
        <p:nvSpPr>
          <p:cNvPr id="218" name="Google Shape;218;p24"/>
          <p:cNvSpPr txBox="1"/>
          <p:nvPr/>
        </p:nvSpPr>
        <p:spPr>
          <a:xfrm>
            <a:off x="892549" y="2911146"/>
            <a:ext cx="103953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small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Feedback is a gift</a:t>
            </a:r>
            <a:br>
              <a:rPr b="1" i="0" lang="en-US" sz="5400" u="none" cap="small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small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Please review this session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small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the mobile App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24"/>
          <p:cNvCxnSpPr/>
          <p:nvPr/>
        </p:nvCxnSpPr>
        <p:spPr>
          <a:xfrm>
            <a:off x="898419" y="3911600"/>
            <a:ext cx="10395162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2B2D78"/>
      </a:accent1>
      <a:accent2>
        <a:srgbClr val="92278F"/>
      </a:accent2>
      <a:accent3>
        <a:srgbClr val="00AEEF"/>
      </a:accent3>
      <a:accent4>
        <a:srgbClr val="92278F"/>
      </a:accent4>
      <a:accent5>
        <a:srgbClr val="0082C6"/>
      </a:accent5>
      <a:accent6>
        <a:srgbClr val="C19859"/>
      </a:accent6>
      <a:hlink>
        <a:srgbClr val="92278F"/>
      </a:hlink>
      <a:folHlink>
        <a:srgbClr val="9227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