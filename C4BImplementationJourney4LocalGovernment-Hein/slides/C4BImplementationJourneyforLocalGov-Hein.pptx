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71" r:id="rId6"/>
    <p:sldId id="272" r:id="rId7"/>
    <p:sldId id="273" r:id="rId8"/>
    <p:sldId id="277" r:id="rId9"/>
    <p:sldId id="274" r:id="rId10"/>
    <p:sldId id="282" r:id="rId11"/>
    <p:sldId id="278" r:id="rId12"/>
    <p:sldId id="275" r:id="rId13"/>
    <p:sldId id="279" r:id="rId14"/>
    <p:sldId id="280" r:id="rId15"/>
    <p:sldId id="276" r:id="rId16"/>
    <p:sldId id="281" r:id="rId17"/>
    <p:sldId id="283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orient="horz" pos="3936" userDrawn="1">
          <p15:clr>
            <a:srgbClr val="A4A3A4"/>
          </p15:clr>
        </p15:guide>
        <p15:guide id="6" orient="horz" pos="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D78"/>
    <a:srgbClr val="92278F"/>
    <a:srgbClr val="000000"/>
    <a:srgbClr val="7030A0"/>
    <a:srgbClr val="229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>
        <p:guide orient="horz" pos="2160"/>
        <p:guide pos="3840"/>
        <p:guide pos="7296"/>
        <p:guide pos="384"/>
        <p:guide orient="horz" pos="3936"/>
        <p:guide orient="horz" pos="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A728EA-1198-483C-8BEC-71FA751FE45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261E9EA-CBDF-4B67-B358-6C7A601F2506}">
      <dgm:prSet/>
      <dgm:spPr/>
      <dgm:t>
        <a:bodyPr/>
        <a:lstStyle/>
        <a:p>
          <a:r>
            <a:rPr lang="en-US"/>
            <a:t>Implementation of C4B for Missoula County</a:t>
          </a:r>
        </a:p>
      </dgm:t>
    </dgm:pt>
    <dgm:pt modelId="{03ED9F44-9FF3-4239-B052-A3BCC4B13AAC}" type="parTrans" cxnId="{372EEDE4-15F4-4EDB-93F2-CB6F7ABE79FF}">
      <dgm:prSet/>
      <dgm:spPr/>
      <dgm:t>
        <a:bodyPr/>
        <a:lstStyle/>
        <a:p>
          <a:endParaRPr lang="en-US"/>
        </a:p>
      </dgm:t>
    </dgm:pt>
    <dgm:pt modelId="{C5A1A2AF-D898-4DAD-B1A9-27BEF3D8A59C}" type="sibTrans" cxnId="{372EEDE4-15F4-4EDB-93F2-CB6F7ABE79FF}">
      <dgm:prSet/>
      <dgm:spPr/>
      <dgm:t>
        <a:bodyPr/>
        <a:lstStyle/>
        <a:p>
          <a:endParaRPr lang="en-US"/>
        </a:p>
      </dgm:t>
    </dgm:pt>
    <dgm:pt modelId="{D8EDA3B8-3D98-49B4-A8F5-80744785D56A}">
      <dgm:prSet/>
      <dgm:spPr/>
      <dgm:t>
        <a:bodyPr/>
        <a:lstStyle/>
        <a:p>
          <a:r>
            <a:rPr lang="en-US"/>
            <a:t>How a small team of App Admins converted over 200 applications to Chocolatey</a:t>
          </a:r>
        </a:p>
      </dgm:t>
    </dgm:pt>
    <dgm:pt modelId="{D7A10568-6414-4902-9663-490B26DE23DC}" type="parTrans" cxnId="{436B4678-7A00-4BA0-AA01-A15CC7AF8038}">
      <dgm:prSet/>
      <dgm:spPr/>
      <dgm:t>
        <a:bodyPr/>
        <a:lstStyle/>
        <a:p>
          <a:endParaRPr lang="en-US"/>
        </a:p>
      </dgm:t>
    </dgm:pt>
    <dgm:pt modelId="{F0A68375-D4E1-48FC-88F3-D5486EBC8A2F}" type="sibTrans" cxnId="{436B4678-7A00-4BA0-AA01-A15CC7AF8038}">
      <dgm:prSet/>
      <dgm:spPr/>
      <dgm:t>
        <a:bodyPr/>
        <a:lstStyle/>
        <a:p>
          <a:endParaRPr lang="en-US"/>
        </a:p>
      </dgm:t>
    </dgm:pt>
    <dgm:pt modelId="{9DB1A034-3629-464C-B812-4F5C1334BF35}">
      <dgm:prSet/>
      <dgm:spPr/>
      <dgm:t>
        <a:bodyPr/>
        <a:lstStyle/>
        <a:p>
          <a:r>
            <a:rPr lang="en-US"/>
            <a:t>Retiring Zenworks for app distribution after 20 years</a:t>
          </a:r>
        </a:p>
      </dgm:t>
    </dgm:pt>
    <dgm:pt modelId="{E44E4BAD-8CC5-41D8-BB3F-20981FBE3B1D}" type="parTrans" cxnId="{E4484CEB-DAE5-46EC-BBDA-F0531921C17E}">
      <dgm:prSet/>
      <dgm:spPr/>
      <dgm:t>
        <a:bodyPr/>
        <a:lstStyle/>
        <a:p>
          <a:endParaRPr lang="en-US"/>
        </a:p>
      </dgm:t>
    </dgm:pt>
    <dgm:pt modelId="{420CC7AA-884C-4BDF-9E3E-AA223B2118D6}" type="sibTrans" cxnId="{E4484CEB-DAE5-46EC-BBDA-F0531921C17E}">
      <dgm:prSet/>
      <dgm:spPr/>
      <dgm:t>
        <a:bodyPr/>
        <a:lstStyle/>
        <a:p>
          <a:endParaRPr lang="en-US"/>
        </a:p>
      </dgm:t>
    </dgm:pt>
    <dgm:pt modelId="{C8BB0C62-2C7D-492B-9C03-506502107E59}">
      <dgm:prSet/>
      <dgm:spPr/>
      <dgm:t>
        <a:bodyPr/>
        <a:lstStyle/>
        <a:p>
          <a:r>
            <a:rPr lang="en-US"/>
            <a:t>Use cases</a:t>
          </a:r>
        </a:p>
      </dgm:t>
    </dgm:pt>
    <dgm:pt modelId="{CA8AF918-FD36-4C53-BEFF-3D48B899B193}" type="parTrans" cxnId="{14F1EA62-3651-4323-8CB6-D79351FC0DEF}">
      <dgm:prSet/>
      <dgm:spPr/>
      <dgm:t>
        <a:bodyPr/>
        <a:lstStyle/>
        <a:p>
          <a:endParaRPr lang="en-US"/>
        </a:p>
      </dgm:t>
    </dgm:pt>
    <dgm:pt modelId="{D5059E35-B4B5-4829-AA5B-90231C2429ED}" type="sibTrans" cxnId="{14F1EA62-3651-4323-8CB6-D79351FC0DEF}">
      <dgm:prSet/>
      <dgm:spPr/>
      <dgm:t>
        <a:bodyPr/>
        <a:lstStyle/>
        <a:p>
          <a:endParaRPr lang="en-US"/>
        </a:p>
      </dgm:t>
    </dgm:pt>
    <dgm:pt modelId="{74F92D16-BFA7-41A5-BF00-BD9F3F556FA9}">
      <dgm:prSet/>
      <dgm:spPr/>
      <dgm:t>
        <a:bodyPr/>
        <a:lstStyle/>
        <a:p>
          <a:r>
            <a:rPr lang="en-US" dirty="0"/>
            <a:t>ArcGIS – Challenges of a large install and </a:t>
          </a:r>
          <a:r>
            <a:rPr lang="en-US" dirty="0" err="1"/>
            <a:t>Proget</a:t>
          </a:r>
          <a:endParaRPr lang="en-US" dirty="0"/>
        </a:p>
      </dgm:t>
    </dgm:pt>
    <dgm:pt modelId="{15CC67D7-F1D2-4DAF-B961-F30FF7EDA642}" type="parTrans" cxnId="{DE52D17B-6B40-4130-BD2C-B36330F51878}">
      <dgm:prSet/>
      <dgm:spPr/>
      <dgm:t>
        <a:bodyPr/>
        <a:lstStyle/>
        <a:p>
          <a:endParaRPr lang="en-US"/>
        </a:p>
      </dgm:t>
    </dgm:pt>
    <dgm:pt modelId="{86D62CF2-37E3-4FEB-A090-1C2FC10C066D}" type="sibTrans" cxnId="{DE52D17B-6B40-4130-BD2C-B36330F51878}">
      <dgm:prSet/>
      <dgm:spPr/>
      <dgm:t>
        <a:bodyPr/>
        <a:lstStyle/>
        <a:p>
          <a:endParaRPr lang="en-US"/>
        </a:p>
      </dgm:t>
    </dgm:pt>
    <dgm:pt modelId="{7FBDB24C-7B29-4412-B1EB-883D43655FB9}">
      <dgm:prSet/>
      <dgm:spPr/>
      <dgm:t>
        <a:bodyPr/>
        <a:lstStyle/>
        <a:p>
          <a:r>
            <a:rPr lang="en-US" dirty="0"/>
            <a:t>Imaging</a:t>
          </a:r>
        </a:p>
      </dgm:t>
    </dgm:pt>
    <dgm:pt modelId="{E400A023-43AF-4088-938F-381BF1F8B042}" type="parTrans" cxnId="{4D5CDDD0-8622-49A4-9346-445739566B5B}">
      <dgm:prSet/>
      <dgm:spPr/>
      <dgm:t>
        <a:bodyPr/>
        <a:lstStyle/>
        <a:p>
          <a:endParaRPr lang="en-US"/>
        </a:p>
      </dgm:t>
    </dgm:pt>
    <dgm:pt modelId="{D94A9465-44C5-4197-AF7D-26DFEF922E59}" type="sibTrans" cxnId="{4D5CDDD0-8622-49A4-9346-445739566B5B}">
      <dgm:prSet/>
      <dgm:spPr/>
      <dgm:t>
        <a:bodyPr/>
        <a:lstStyle/>
        <a:p>
          <a:endParaRPr lang="en-US"/>
        </a:p>
      </dgm:t>
    </dgm:pt>
    <dgm:pt modelId="{501503B2-363E-4F2A-82A4-9CD83CAFDEF6}" type="pres">
      <dgm:prSet presAssocID="{13A728EA-1198-483C-8BEC-71FA751FE45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8792476-8A46-41AC-AC35-21AC784DB607}" type="pres">
      <dgm:prSet presAssocID="{A261E9EA-CBDF-4B67-B358-6C7A601F2506}" presName="hierRoot1" presStyleCnt="0"/>
      <dgm:spPr/>
    </dgm:pt>
    <dgm:pt modelId="{99E5E886-3B9A-4161-B2EE-022F18F91167}" type="pres">
      <dgm:prSet presAssocID="{A261E9EA-CBDF-4B67-B358-6C7A601F2506}" presName="composite" presStyleCnt="0"/>
      <dgm:spPr/>
    </dgm:pt>
    <dgm:pt modelId="{E84D8631-86A5-4EAA-981C-CD6096CAAEFB}" type="pres">
      <dgm:prSet presAssocID="{A261E9EA-CBDF-4B67-B358-6C7A601F2506}" presName="background" presStyleLbl="node0" presStyleIdx="0" presStyleCnt="4"/>
      <dgm:spPr/>
    </dgm:pt>
    <dgm:pt modelId="{AFA43D86-B369-4F21-839E-5DED9B11C919}" type="pres">
      <dgm:prSet presAssocID="{A261E9EA-CBDF-4B67-B358-6C7A601F2506}" presName="text" presStyleLbl="fgAcc0" presStyleIdx="0" presStyleCnt="4">
        <dgm:presLayoutVars>
          <dgm:chPref val="3"/>
        </dgm:presLayoutVars>
      </dgm:prSet>
      <dgm:spPr/>
    </dgm:pt>
    <dgm:pt modelId="{4D358956-B461-42DB-816B-25AD92947091}" type="pres">
      <dgm:prSet presAssocID="{A261E9EA-CBDF-4B67-B358-6C7A601F2506}" presName="hierChild2" presStyleCnt="0"/>
      <dgm:spPr/>
    </dgm:pt>
    <dgm:pt modelId="{2251026B-C6C6-4D22-AEA7-BF0073A45481}" type="pres">
      <dgm:prSet presAssocID="{D8EDA3B8-3D98-49B4-A8F5-80744785D56A}" presName="hierRoot1" presStyleCnt="0"/>
      <dgm:spPr/>
    </dgm:pt>
    <dgm:pt modelId="{3839977F-FAFA-4BF1-AE71-ED27AA573217}" type="pres">
      <dgm:prSet presAssocID="{D8EDA3B8-3D98-49B4-A8F5-80744785D56A}" presName="composite" presStyleCnt="0"/>
      <dgm:spPr/>
    </dgm:pt>
    <dgm:pt modelId="{A7B2476D-B22B-4087-972C-BD5D584D53DA}" type="pres">
      <dgm:prSet presAssocID="{D8EDA3B8-3D98-49B4-A8F5-80744785D56A}" presName="background" presStyleLbl="node0" presStyleIdx="1" presStyleCnt="4"/>
      <dgm:spPr/>
    </dgm:pt>
    <dgm:pt modelId="{83E23BC5-555A-453A-9CE2-05D1E5B26B7E}" type="pres">
      <dgm:prSet presAssocID="{D8EDA3B8-3D98-49B4-A8F5-80744785D56A}" presName="text" presStyleLbl="fgAcc0" presStyleIdx="1" presStyleCnt="4">
        <dgm:presLayoutVars>
          <dgm:chPref val="3"/>
        </dgm:presLayoutVars>
      </dgm:prSet>
      <dgm:spPr/>
    </dgm:pt>
    <dgm:pt modelId="{394A4EA7-DCF3-4FEB-AD66-73B8139C8934}" type="pres">
      <dgm:prSet presAssocID="{D8EDA3B8-3D98-49B4-A8F5-80744785D56A}" presName="hierChild2" presStyleCnt="0"/>
      <dgm:spPr/>
    </dgm:pt>
    <dgm:pt modelId="{75D597BF-D582-4AAA-85F1-13592247A5F2}" type="pres">
      <dgm:prSet presAssocID="{9DB1A034-3629-464C-B812-4F5C1334BF35}" presName="hierRoot1" presStyleCnt="0"/>
      <dgm:spPr/>
    </dgm:pt>
    <dgm:pt modelId="{DF9037DF-30FE-4FB0-ACEA-B6C8B5333700}" type="pres">
      <dgm:prSet presAssocID="{9DB1A034-3629-464C-B812-4F5C1334BF35}" presName="composite" presStyleCnt="0"/>
      <dgm:spPr/>
    </dgm:pt>
    <dgm:pt modelId="{15ABC6A7-1162-4536-AB39-7EBD5B534CB9}" type="pres">
      <dgm:prSet presAssocID="{9DB1A034-3629-464C-B812-4F5C1334BF35}" presName="background" presStyleLbl="node0" presStyleIdx="2" presStyleCnt="4"/>
      <dgm:spPr/>
    </dgm:pt>
    <dgm:pt modelId="{4BD871B3-F38F-4812-B035-D0C76C1F8082}" type="pres">
      <dgm:prSet presAssocID="{9DB1A034-3629-464C-B812-4F5C1334BF35}" presName="text" presStyleLbl="fgAcc0" presStyleIdx="2" presStyleCnt="4">
        <dgm:presLayoutVars>
          <dgm:chPref val="3"/>
        </dgm:presLayoutVars>
      </dgm:prSet>
      <dgm:spPr/>
    </dgm:pt>
    <dgm:pt modelId="{6AF348DB-5DAF-4B4E-B0B4-94E2CF555FBA}" type="pres">
      <dgm:prSet presAssocID="{9DB1A034-3629-464C-B812-4F5C1334BF35}" presName="hierChild2" presStyleCnt="0"/>
      <dgm:spPr/>
    </dgm:pt>
    <dgm:pt modelId="{6AF6415E-818E-4798-ABB9-A801D1BAF4A1}" type="pres">
      <dgm:prSet presAssocID="{C8BB0C62-2C7D-492B-9C03-506502107E59}" presName="hierRoot1" presStyleCnt="0"/>
      <dgm:spPr/>
    </dgm:pt>
    <dgm:pt modelId="{EE16FC36-3935-42BB-BFA2-4E3BD925C964}" type="pres">
      <dgm:prSet presAssocID="{C8BB0C62-2C7D-492B-9C03-506502107E59}" presName="composite" presStyleCnt="0"/>
      <dgm:spPr/>
    </dgm:pt>
    <dgm:pt modelId="{CCD4E40A-BC7A-4F11-A0B1-C8A168213CC5}" type="pres">
      <dgm:prSet presAssocID="{C8BB0C62-2C7D-492B-9C03-506502107E59}" presName="background" presStyleLbl="node0" presStyleIdx="3" presStyleCnt="4"/>
      <dgm:spPr/>
    </dgm:pt>
    <dgm:pt modelId="{B6BA8C2D-F9B3-4F80-90AD-909873B3A811}" type="pres">
      <dgm:prSet presAssocID="{C8BB0C62-2C7D-492B-9C03-506502107E59}" presName="text" presStyleLbl="fgAcc0" presStyleIdx="3" presStyleCnt="4">
        <dgm:presLayoutVars>
          <dgm:chPref val="3"/>
        </dgm:presLayoutVars>
      </dgm:prSet>
      <dgm:spPr/>
    </dgm:pt>
    <dgm:pt modelId="{A3ED8489-1070-4489-AC11-BD2A0CDF1AB7}" type="pres">
      <dgm:prSet presAssocID="{C8BB0C62-2C7D-492B-9C03-506502107E59}" presName="hierChild2" presStyleCnt="0"/>
      <dgm:spPr/>
    </dgm:pt>
    <dgm:pt modelId="{34474F98-BDD5-44E9-9461-D3E562608C84}" type="pres">
      <dgm:prSet presAssocID="{15CC67D7-F1D2-4DAF-B961-F30FF7EDA642}" presName="Name10" presStyleLbl="parChTrans1D2" presStyleIdx="0" presStyleCnt="2"/>
      <dgm:spPr/>
    </dgm:pt>
    <dgm:pt modelId="{87294FB3-0FD2-4A8E-A04C-723D946A6D0E}" type="pres">
      <dgm:prSet presAssocID="{74F92D16-BFA7-41A5-BF00-BD9F3F556FA9}" presName="hierRoot2" presStyleCnt="0"/>
      <dgm:spPr/>
    </dgm:pt>
    <dgm:pt modelId="{3D24FB8B-7436-488E-9A80-318BBEAAECBD}" type="pres">
      <dgm:prSet presAssocID="{74F92D16-BFA7-41A5-BF00-BD9F3F556FA9}" presName="composite2" presStyleCnt="0"/>
      <dgm:spPr/>
    </dgm:pt>
    <dgm:pt modelId="{82381394-629B-4470-A716-FE122F20D7A2}" type="pres">
      <dgm:prSet presAssocID="{74F92D16-BFA7-41A5-BF00-BD9F3F556FA9}" presName="background2" presStyleLbl="node2" presStyleIdx="0" presStyleCnt="2"/>
      <dgm:spPr/>
    </dgm:pt>
    <dgm:pt modelId="{31B86985-7EE4-48D5-9AD8-118650FAFE0D}" type="pres">
      <dgm:prSet presAssocID="{74F92D16-BFA7-41A5-BF00-BD9F3F556FA9}" presName="text2" presStyleLbl="fgAcc2" presStyleIdx="0" presStyleCnt="2">
        <dgm:presLayoutVars>
          <dgm:chPref val="3"/>
        </dgm:presLayoutVars>
      </dgm:prSet>
      <dgm:spPr/>
    </dgm:pt>
    <dgm:pt modelId="{4C72B127-9C09-490A-ABF6-255E1C5F1C43}" type="pres">
      <dgm:prSet presAssocID="{74F92D16-BFA7-41A5-BF00-BD9F3F556FA9}" presName="hierChild3" presStyleCnt="0"/>
      <dgm:spPr/>
    </dgm:pt>
    <dgm:pt modelId="{3E172D5D-22B3-4354-975D-DF2B650FF934}" type="pres">
      <dgm:prSet presAssocID="{E400A023-43AF-4088-938F-381BF1F8B042}" presName="Name10" presStyleLbl="parChTrans1D2" presStyleIdx="1" presStyleCnt="2"/>
      <dgm:spPr/>
    </dgm:pt>
    <dgm:pt modelId="{A2999C83-52A0-41FC-A0F6-2351A5D221C5}" type="pres">
      <dgm:prSet presAssocID="{7FBDB24C-7B29-4412-B1EB-883D43655FB9}" presName="hierRoot2" presStyleCnt="0"/>
      <dgm:spPr/>
    </dgm:pt>
    <dgm:pt modelId="{36C5E81C-7B70-4D4B-B883-E9A9FBC0A346}" type="pres">
      <dgm:prSet presAssocID="{7FBDB24C-7B29-4412-B1EB-883D43655FB9}" presName="composite2" presStyleCnt="0"/>
      <dgm:spPr/>
    </dgm:pt>
    <dgm:pt modelId="{2359C8ED-5D4E-4E44-864D-0FC1EECF1850}" type="pres">
      <dgm:prSet presAssocID="{7FBDB24C-7B29-4412-B1EB-883D43655FB9}" presName="background2" presStyleLbl="node2" presStyleIdx="1" presStyleCnt="2"/>
      <dgm:spPr/>
    </dgm:pt>
    <dgm:pt modelId="{6A6EC2B7-2025-46E7-83A8-72578EA05515}" type="pres">
      <dgm:prSet presAssocID="{7FBDB24C-7B29-4412-B1EB-883D43655FB9}" presName="text2" presStyleLbl="fgAcc2" presStyleIdx="1" presStyleCnt="2">
        <dgm:presLayoutVars>
          <dgm:chPref val="3"/>
        </dgm:presLayoutVars>
      </dgm:prSet>
      <dgm:spPr/>
    </dgm:pt>
    <dgm:pt modelId="{3E202B4B-8502-4741-B903-97D5414C98B9}" type="pres">
      <dgm:prSet presAssocID="{7FBDB24C-7B29-4412-B1EB-883D43655FB9}" presName="hierChild3" presStyleCnt="0"/>
      <dgm:spPr/>
    </dgm:pt>
  </dgm:ptLst>
  <dgm:cxnLst>
    <dgm:cxn modelId="{1C6A620D-4CC9-45EA-83A9-1283E302E855}" type="presOf" srcId="{74F92D16-BFA7-41A5-BF00-BD9F3F556FA9}" destId="{31B86985-7EE4-48D5-9AD8-118650FAFE0D}" srcOrd="0" destOrd="0" presId="urn:microsoft.com/office/officeart/2005/8/layout/hierarchy1"/>
    <dgm:cxn modelId="{6C113935-8934-45F6-B82D-2828DDFDEF01}" type="presOf" srcId="{9DB1A034-3629-464C-B812-4F5C1334BF35}" destId="{4BD871B3-F38F-4812-B035-D0C76C1F8082}" srcOrd="0" destOrd="0" presId="urn:microsoft.com/office/officeart/2005/8/layout/hierarchy1"/>
    <dgm:cxn modelId="{14F1EA62-3651-4323-8CB6-D79351FC0DEF}" srcId="{13A728EA-1198-483C-8BEC-71FA751FE452}" destId="{C8BB0C62-2C7D-492B-9C03-506502107E59}" srcOrd="3" destOrd="0" parTransId="{CA8AF918-FD36-4C53-BEFF-3D48B899B193}" sibTransId="{D5059E35-B4B5-4829-AA5B-90231C2429ED}"/>
    <dgm:cxn modelId="{E8582A63-A7A0-4C44-8FD1-1F7AB74124B7}" type="presOf" srcId="{A261E9EA-CBDF-4B67-B358-6C7A601F2506}" destId="{AFA43D86-B369-4F21-839E-5DED9B11C919}" srcOrd="0" destOrd="0" presId="urn:microsoft.com/office/officeart/2005/8/layout/hierarchy1"/>
    <dgm:cxn modelId="{60CC296A-A6C4-49B3-9274-732963B926C9}" type="presOf" srcId="{15CC67D7-F1D2-4DAF-B961-F30FF7EDA642}" destId="{34474F98-BDD5-44E9-9461-D3E562608C84}" srcOrd="0" destOrd="0" presId="urn:microsoft.com/office/officeart/2005/8/layout/hierarchy1"/>
    <dgm:cxn modelId="{436B4678-7A00-4BA0-AA01-A15CC7AF8038}" srcId="{13A728EA-1198-483C-8BEC-71FA751FE452}" destId="{D8EDA3B8-3D98-49B4-A8F5-80744785D56A}" srcOrd="1" destOrd="0" parTransId="{D7A10568-6414-4902-9663-490B26DE23DC}" sibTransId="{F0A68375-D4E1-48FC-88F3-D5486EBC8A2F}"/>
    <dgm:cxn modelId="{30E50F5A-132F-461E-BCB8-9F7F4D448EBC}" type="presOf" srcId="{D8EDA3B8-3D98-49B4-A8F5-80744785D56A}" destId="{83E23BC5-555A-453A-9CE2-05D1E5B26B7E}" srcOrd="0" destOrd="0" presId="urn:microsoft.com/office/officeart/2005/8/layout/hierarchy1"/>
    <dgm:cxn modelId="{DE52D17B-6B40-4130-BD2C-B36330F51878}" srcId="{C8BB0C62-2C7D-492B-9C03-506502107E59}" destId="{74F92D16-BFA7-41A5-BF00-BD9F3F556FA9}" srcOrd="0" destOrd="0" parTransId="{15CC67D7-F1D2-4DAF-B961-F30FF7EDA642}" sibTransId="{86D62CF2-37E3-4FEB-A090-1C2FC10C066D}"/>
    <dgm:cxn modelId="{D507779E-0458-488C-A937-96C3C12B9E1F}" type="presOf" srcId="{E400A023-43AF-4088-938F-381BF1F8B042}" destId="{3E172D5D-22B3-4354-975D-DF2B650FF934}" srcOrd="0" destOrd="0" presId="urn:microsoft.com/office/officeart/2005/8/layout/hierarchy1"/>
    <dgm:cxn modelId="{4D5CDDD0-8622-49A4-9346-445739566B5B}" srcId="{C8BB0C62-2C7D-492B-9C03-506502107E59}" destId="{7FBDB24C-7B29-4412-B1EB-883D43655FB9}" srcOrd="1" destOrd="0" parTransId="{E400A023-43AF-4088-938F-381BF1F8B042}" sibTransId="{D94A9465-44C5-4197-AF7D-26DFEF922E59}"/>
    <dgm:cxn modelId="{B6E566DD-631E-439A-8D9F-E25DE1B9B254}" type="presOf" srcId="{C8BB0C62-2C7D-492B-9C03-506502107E59}" destId="{B6BA8C2D-F9B3-4F80-90AD-909873B3A811}" srcOrd="0" destOrd="0" presId="urn:microsoft.com/office/officeart/2005/8/layout/hierarchy1"/>
    <dgm:cxn modelId="{E75CD3E0-3944-4A5B-9FEB-0588DE35E8D3}" type="presOf" srcId="{13A728EA-1198-483C-8BEC-71FA751FE452}" destId="{501503B2-363E-4F2A-82A4-9CD83CAFDEF6}" srcOrd="0" destOrd="0" presId="urn:microsoft.com/office/officeart/2005/8/layout/hierarchy1"/>
    <dgm:cxn modelId="{372EEDE4-15F4-4EDB-93F2-CB6F7ABE79FF}" srcId="{13A728EA-1198-483C-8BEC-71FA751FE452}" destId="{A261E9EA-CBDF-4B67-B358-6C7A601F2506}" srcOrd="0" destOrd="0" parTransId="{03ED9F44-9FF3-4239-B052-A3BCC4B13AAC}" sibTransId="{C5A1A2AF-D898-4DAD-B1A9-27BEF3D8A59C}"/>
    <dgm:cxn modelId="{09D72CEA-893F-487B-B8CA-C3F3E29E24DF}" type="presOf" srcId="{7FBDB24C-7B29-4412-B1EB-883D43655FB9}" destId="{6A6EC2B7-2025-46E7-83A8-72578EA05515}" srcOrd="0" destOrd="0" presId="urn:microsoft.com/office/officeart/2005/8/layout/hierarchy1"/>
    <dgm:cxn modelId="{E4484CEB-DAE5-46EC-BBDA-F0531921C17E}" srcId="{13A728EA-1198-483C-8BEC-71FA751FE452}" destId="{9DB1A034-3629-464C-B812-4F5C1334BF35}" srcOrd="2" destOrd="0" parTransId="{E44E4BAD-8CC5-41D8-BB3F-20981FBE3B1D}" sibTransId="{420CC7AA-884C-4BDF-9E3E-AA223B2118D6}"/>
    <dgm:cxn modelId="{A136AA1D-37CE-48E5-A975-C8BD2DBD1811}" type="presParOf" srcId="{501503B2-363E-4F2A-82A4-9CD83CAFDEF6}" destId="{38792476-8A46-41AC-AC35-21AC784DB607}" srcOrd="0" destOrd="0" presId="urn:microsoft.com/office/officeart/2005/8/layout/hierarchy1"/>
    <dgm:cxn modelId="{A98C6DB6-A87F-4949-958B-99B6887F3DED}" type="presParOf" srcId="{38792476-8A46-41AC-AC35-21AC784DB607}" destId="{99E5E886-3B9A-4161-B2EE-022F18F91167}" srcOrd="0" destOrd="0" presId="urn:microsoft.com/office/officeart/2005/8/layout/hierarchy1"/>
    <dgm:cxn modelId="{8377C1CB-9F9A-4F09-8FDD-DD6406A91019}" type="presParOf" srcId="{99E5E886-3B9A-4161-B2EE-022F18F91167}" destId="{E84D8631-86A5-4EAA-981C-CD6096CAAEFB}" srcOrd="0" destOrd="0" presId="urn:microsoft.com/office/officeart/2005/8/layout/hierarchy1"/>
    <dgm:cxn modelId="{ED90C487-819D-4F74-AE38-E1BA6B4DE62E}" type="presParOf" srcId="{99E5E886-3B9A-4161-B2EE-022F18F91167}" destId="{AFA43D86-B369-4F21-839E-5DED9B11C919}" srcOrd="1" destOrd="0" presId="urn:microsoft.com/office/officeart/2005/8/layout/hierarchy1"/>
    <dgm:cxn modelId="{82A1E40F-5D23-408B-B239-07E9257B283A}" type="presParOf" srcId="{38792476-8A46-41AC-AC35-21AC784DB607}" destId="{4D358956-B461-42DB-816B-25AD92947091}" srcOrd="1" destOrd="0" presId="urn:microsoft.com/office/officeart/2005/8/layout/hierarchy1"/>
    <dgm:cxn modelId="{97F4B417-5D9E-4280-AD56-5EC826FA9135}" type="presParOf" srcId="{501503B2-363E-4F2A-82A4-9CD83CAFDEF6}" destId="{2251026B-C6C6-4D22-AEA7-BF0073A45481}" srcOrd="1" destOrd="0" presId="urn:microsoft.com/office/officeart/2005/8/layout/hierarchy1"/>
    <dgm:cxn modelId="{B3797AA7-1048-4EFC-A38E-C61C8F75B931}" type="presParOf" srcId="{2251026B-C6C6-4D22-AEA7-BF0073A45481}" destId="{3839977F-FAFA-4BF1-AE71-ED27AA573217}" srcOrd="0" destOrd="0" presId="urn:microsoft.com/office/officeart/2005/8/layout/hierarchy1"/>
    <dgm:cxn modelId="{9FD3B0F6-EEF3-47DC-B5F7-8E6FA2983934}" type="presParOf" srcId="{3839977F-FAFA-4BF1-AE71-ED27AA573217}" destId="{A7B2476D-B22B-4087-972C-BD5D584D53DA}" srcOrd="0" destOrd="0" presId="urn:microsoft.com/office/officeart/2005/8/layout/hierarchy1"/>
    <dgm:cxn modelId="{77FC7E6A-76AD-47EF-9637-AF0106DDEC38}" type="presParOf" srcId="{3839977F-FAFA-4BF1-AE71-ED27AA573217}" destId="{83E23BC5-555A-453A-9CE2-05D1E5B26B7E}" srcOrd="1" destOrd="0" presId="urn:microsoft.com/office/officeart/2005/8/layout/hierarchy1"/>
    <dgm:cxn modelId="{0FD6E03A-FC85-4666-971B-EBC26E8A3E00}" type="presParOf" srcId="{2251026B-C6C6-4D22-AEA7-BF0073A45481}" destId="{394A4EA7-DCF3-4FEB-AD66-73B8139C8934}" srcOrd="1" destOrd="0" presId="urn:microsoft.com/office/officeart/2005/8/layout/hierarchy1"/>
    <dgm:cxn modelId="{3A43D116-8165-4A59-BF9F-3EA05C519DE0}" type="presParOf" srcId="{501503B2-363E-4F2A-82A4-9CD83CAFDEF6}" destId="{75D597BF-D582-4AAA-85F1-13592247A5F2}" srcOrd="2" destOrd="0" presId="urn:microsoft.com/office/officeart/2005/8/layout/hierarchy1"/>
    <dgm:cxn modelId="{15DDFBB1-224A-47B5-8325-1AA5E3E76491}" type="presParOf" srcId="{75D597BF-D582-4AAA-85F1-13592247A5F2}" destId="{DF9037DF-30FE-4FB0-ACEA-B6C8B5333700}" srcOrd="0" destOrd="0" presId="urn:microsoft.com/office/officeart/2005/8/layout/hierarchy1"/>
    <dgm:cxn modelId="{92DB1FB7-E0D9-4C0B-8FB1-B9D1958EE7A5}" type="presParOf" srcId="{DF9037DF-30FE-4FB0-ACEA-B6C8B5333700}" destId="{15ABC6A7-1162-4536-AB39-7EBD5B534CB9}" srcOrd="0" destOrd="0" presId="urn:microsoft.com/office/officeart/2005/8/layout/hierarchy1"/>
    <dgm:cxn modelId="{304CA58B-B3C5-4BB9-9DBB-0B3132757E65}" type="presParOf" srcId="{DF9037DF-30FE-4FB0-ACEA-B6C8B5333700}" destId="{4BD871B3-F38F-4812-B035-D0C76C1F8082}" srcOrd="1" destOrd="0" presId="urn:microsoft.com/office/officeart/2005/8/layout/hierarchy1"/>
    <dgm:cxn modelId="{3F92C88B-06B5-4649-A033-CBDBCB83BC16}" type="presParOf" srcId="{75D597BF-D582-4AAA-85F1-13592247A5F2}" destId="{6AF348DB-5DAF-4B4E-B0B4-94E2CF555FBA}" srcOrd="1" destOrd="0" presId="urn:microsoft.com/office/officeart/2005/8/layout/hierarchy1"/>
    <dgm:cxn modelId="{646FB96A-9579-4AE3-8381-97CC481BD8DF}" type="presParOf" srcId="{501503B2-363E-4F2A-82A4-9CD83CAFDEF6}" destId="{6AF6415E-818E-4798-ABB9-A801D1BAF4A1}" srcOrd="3" destOrd="0" presId="urn:microsoft.com/office/officeart/2005/8/layout/hierarchy1"/>
    <dgm:cxn modelId="{6A0A30FE-0E17-46C7-989F-6299B0373D6F}" type="presParOf" srcId="{6AF6415E-818E-4798-ABB9-A801D1BAF4A1}" destId="{EE16FC36-3935-42BB-BFA2-4E3BD925C964}" srcOrd="0" destOrd="0" presId="urn:microsoft.com/office/officeart/2005/8/layout/hierarchy1"/>
    <dgm:cxn modelId="{FBEA3280-ECA9-4C1A-9E91-4C3733766294}" type="presParOf" srcId="{EE16FC36-3935-42BB-BFA2-4E3BD925C964}" destId="{CCD4E40A-BC7A-4F11-A0B1-C8A168213CC5}" srcOrd="0" destOrd="0" presId="urn:microsoft.com/office/officeart/2005/8/layout/hierarchy1"/>
    <dgm:cxn modelId="{9F39BE50-258B-4971-979B-E34A4246546F}" type="presParOf" srcId="{EE16FC36-3935-42BB-BFA2-4E3BD925C964}" destId="{B6BA8C2D-F9B3-4F80-90AD-909873B3A811}" srcOrd="1" destOrd="0" presId="urn:microsoft.com/office/officeart/2005/8/layout/hierarchy1"/>
    <dgm:cxn modelId="{5C41B8AF-E10D-4E4E-8A3C-4A106E1D32C0}" type="presParOf" srcId="{6AF6415E-818E-4798-ABB9-A801D1BAF4A1}" destId="{A3ED8489-1070-4489-AC11-BD2A0CDF1AB7}" srcOrd="1" destOrd="0" presId="urn:microsoft.com/office/officeart/2005/8/layout/hierarchy1"/>
    <dgm:cxn modelId="{3BC67D5A-E52C-4AF7-BBA2-57E1EDD0E89A}" type="presParOf" srcId="{A3ED8489-1070-4489-AC11-BD2A0CDF1AB7}" destId="{34474F98-BDD5-44E9-9461-D3E562608C84}" srcOrd="0" destOrd="0" presId="urn:microsoft.com/office/officeart/2005/8/layout/hierarchy1"/>
    <dgm:cxn modelId="{986701DD-0371-4C05-ABB0-649B02BA8F75}" type="presParOf" srcId="{A3ED8489-1070-4489-AC11-BD2A0CDF1AB7}" destId="{87294FB3-0FD2-4A8E-A04C-723D946A6D0E}" srcOrd="1" destOrd="0" presId="urn:microsoft.com/office/officeart/2005/8/layout/hierarchy1"/>
    <dgm:cxn modelId="{B56E2F81-F535-4473-B5A2-3220A8907A6E}" type="presParOf" srcId="{87294FB3-0FD2-4A8E-A04C-723D946A6D0E}" destId="{3D24FB8B-7436-488E-9A80-318BBEAAECBD}" srcOrd="0" destOrd="0" presId="urn:microsoft.com/office/officeart/2005/8/layout/hierarchy1"/>
    <dgm:cxn modelId="{B339AC68-ACA1-4A98-B855-4E1AF3E46B4F}" type="presParOf" srcId="{3D24FB8B-7436-488E-9A80-318BBEAAECBD}" destId="{82381394-629B-4470-A716-FE122F20D7A2}" srcOrd="0" destOrd="0" presId="urn:microsoft.com/office/officeart/2005/8/layout/hierarchy1"/>
    <dgm:cxn modelId="{244C5743-B209-4207-901B-B0748E839377}" type="presParOf" srcId="{3D24FB8B-7436-488E-9A80-318BBEAAECBD}" destId="{31B86985-7EE4-48D5-9AD8-118650FAFE0D}" srcOrd="1" destOrd="0" presId="urn:microsoft.com/office/officeart/2005/8/layout/hierarchy1"/>
    <dgm:cxn modelId="{73592726-69F9-420A-95E3-F0D9B1DC29B7}" type="presParOf" srcId="{87294FB3-0FD2-4A8E-A04C-723D946A6D0E}" destId="{4C72B127-9C09-490A-ABF6-255E1C5F1C43}" srcOrd="1" destOrd="0" presId="urn:microsoft.com/office/officeart/2005/8/layout/hierarchy1"/>
    <dgm:cxn modelId="{59211719-7648-42C7-B847-DC2E387C75A0}" type="presParOf" srcId="{A3ED8489-1070-4489-AC11-BD2A0CDF1AB7}" destId="{3E172D5D-22B3-4354-975D-DF2B650FF934}" srcOrd="2" destOrd="0" presId="urn:microsoft.com/office/officeart/2005/8/layout/hierarchy1"/>
    <dgm:cxn modelId="{BD5D8D33-F7FE-4D5E-B9D8-3A36CF327288}" type="presParOf" srcId="{A3ED8489-1070-4489-AC11-BD2A0CDF1AB7}" destId="{A2999C83-52A0-41FC-A0F6-2351A5D221C5}" srcOrd="3" destOrd="0" presId="urn:microsoft.com/office/officeart/2005/8/layout/hierarchy1"/>
    <dgm:cxn modelId="{8977189F-1689-40F0-ABDE-154739A7D641}" type="presParOf" srcId="{A2999C83-52A0-41FC-A0F6-2351A5D221C5}" destId="{36C5E81C-7B70-4D4B-B883-E9A9FBC0A346}" srcOrd="0" destOrd="0" presId="urn:microsoft.com/office/officeart/2005/8/layout/hierarchy1"/>
    <dgm:cxn modelId="{2E5C8ADF-E2D6-4F09-88C2-C4F80A849FCF}" type="presParOf" srcId="{36C5E81C-7B70-4D4B-B883-E9A9FBC0A346}" destId="{2359C8ED-5D4E-4E44-864D-0FC1EECF1850}" srcOrd="0" destOrd="0" presId="urn:microsoft.com/office/officeart/2005/8/layout/hierarchy1"/>
    <dgm:cxn modelId="{E660B858-26C1-43F8-BA22-3739E228362B}" type="presParOf" srcId="{36C5E81C-7B70-4D4B-B883-E9A9FBC0A346}" destId="{6A6EC2B7-2025-46E7-83A8-72578EA05515}" srcOrd="1" destOrd="0" presId="urn:microsoft.com/office/officeart/2005/8/layout/hierarchy1"/>
    <dgm:cxn modelId="{CD9C5B30-A3C7-4924-B0B0-F34512841E5E}" type="presParOf" srcId="{A2999C83-52A0-41FC-A0F6-2351A5D221C5}" destId="{3E202B4B-8502-4741-B903-97D5414C98B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60C6C2-1002-4793-9A9E-29045B22D4C9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D1297E8-FBEA-4E27-883F-23417D1751B8}">
      <dgm:prSet/>
      <dgm:spPr/>
      <dgm:t>
        <a:bodyPr/>
        <a:lstStyle/>
        <a:p>
          <a:r>
            <a:rPr lang="en-US" dirty="0"/>
            <a:t>Lists &amp; Spreadsheets &amp; Scripts</a:t>
          </a:r>
        </a:p>
      </dgm:t>
    </dgm:pt>
    <dgm:pt modelId="{8337AD6B-242C-425A-A9B3-324F1549B69C}" type="parTrans" cxnId="{AEBAF655-2160-4632-9515-36E38C5A7BAB}">
      <dgm:prSet/>
      <dgm:spPr/>
      <dgm:t>
        <a:bodyPr/>
        <a:lstStyle/>
        <a:p>
          <a:endParaRPr lang="en-US"/>
        </a:p>
      </dgm:t>
    </dgm:pt>
    <dgm:pt modelId="{E1E5801C-D10D-4D54-996A-B3C12C3C57AF}" type="sibTrans" cxnId="{AEBAF655-2160-4632-9515-36E38C5A7BAB}">
      <dgm:prSet/>
      <dgm:spPr/>
      <dgm:t>
        <a:bodyPr/>
        <a:lstStyle/>
        <a:p>
          <a:endParaRPr lang="en-US"/>
        </a:p>
      </dgm:t>
    </dgm:pt>
    <dgm:pt modelId="{80820D39-DC42-40EE-8CD4-26FA8E34D9EB}">
      <dgm:prSet/>
      <dgm:spPr/>
      <dgm:t>
        <a:bodyPr/>
        <a:lstStyle/>
        <a:p>
          <a:r>
            <a:rPr lang="en-US"/>
            <a:t>Bundles vs Assets</a:t>
          </a:r>
        </a:p>
      </dgm:t>
    </dgm:pt>
    <dgm:pt modelId="{DA9DDEFF-A5EA-4413-8FBA-C414C33C990B}" type="parTrans" cxnId="{F0477494-86AB-4FCD-83DC-FBC7ECE5E65E}">
      <dgm:prSet/>
      <dgm:spPr/>
      <dgm:t>
        <a:bodyPr/>
        <a:lstStyle/>
        <a:p>
          <a:endParaRPr lang="en-US"/>
        </a:p>
      </dgm:t>
    </dgm:pt>
    <dgm:pt modelId="{E1CA2F58-6C5D-4AAE-A8CF-8C6A6FCB3FB0}" type="sibTrans" cxnId="{F0477494-86AB-4FCD-83DC-FBC7ECE5E65E}">
      <dgm:prSet/>
      <dgm:spPr/>
      <dgm:t>
        <a:bodyPr/>
        <a:lstStyle/>
        <a:p>
          <a:endParaRPr lang="en-US"/>
        </a:p>
      </dgm:t>
    </dgm:pt>
    <dgm:pt modelId="{986F6253-C49A-43D3-806D-9529B50AF33E}">
      <dgm:prSet/>
      <dgm:spPr/>
      <dgm:t>
        <a:bodyPr/>
        <a:lstStyle/>
        <a:p>
          <a:r>
            <a:rPr lang="en-US"/>
            <a:t>Department verification</a:t>
          </a:r>
        </a:p>
      </dgm:t>
    </dgm:pt>
    <dgm:pt modelId="{90D7A3A0-461C-4FC5-AD62-36F900A59770}" type="parTrans" cxnId="{B17AB0E5-DC2B-4118-A17F-07D43B3101D9}">
      <dgm:prSet/>
      <dgm:spPr/>
      <dgm:t>
        <a:bodyPr/>
        <a:lstStyle/>
        <a:p>
          <a:endParaRPr lang="en-US"/>
        </a:p>
      </dgm:t>
    </dgm:pt>
    <dgm:pt modelId="{62807351-BBA6-402F-AA15-DCCAC8838A10}" type="sibTrans" cxnId="{B17AB0E5-DC2B-4118-A17F-07D43B3101D9}">
      <dgm:prSet/>
      <dgm:spPr/>
      <dgm:t>
        <a:bodyPr/>
        <a:lstStyle/>
        <a:p>
          <a:endParaRPr lang="en-US"/>
        </a:p>
      </dgm:t>
    </dgm:pt>
    <dgm:pt modelId="{B82E7F29-6229-4BC0-AC61-A91A2A0A5E86}">
      <dgm:prSet/>
      <dgm:spPr/>
      <dgm:t>
        <a:bodyPr/>
        <a:lstStyle/>
        <a:p>
          <a:r>
            <a:rPr lang="en-US"/>
            <a:t>Low hanging fruit</a:t>
          </a:r>
        </a:p>
      </dgm:t>
    </dgm:pt>
    <dgm:pt modelId="{8CE4B14C-50DA-4D24-859C-57DEF77A53ED}" type="parTrans" cxnId="{1D57976F-D6DC-4C68-B55E-DCE1E06576E1}">
      <dgm:prSet/>
      <dgm:spPr/>
      <dgm:t>
        <a:bodyPr/>
        <a:lstStyle/>
        <a:p>
          <a:endParaRPr lang="en-US"/>
        </a:p>
      </dgm:t>
    </dgm:pt>
    <dgm:pt modelId="{96BB46F0-5041-4267-B02A-A71C74B2A295}" type="sibTrans" cxnId="{1D57976F-D6DC-4C68-B55E-DCE1E06576E1}">
      <dgm:prSet/>
      <dgm:spPr/>
      <dgm:t>
        <a:bodyPr/>
        <a:lstStyle/>
        <a:p>
          <a:endParaRPr lang="en-US"/>
        </a:p>
      </dgm:t>
    </dgm:pt>
    <dgm:pt modelId="{57451B55-22E3-4773-9C90-25D632875B2E}">
      <dgm:prSet/>
      <dgm:spPr/>
      <dgm:t>
        <a:bodyPr/>
        <a:lstStyle/>
        <a:p>
          <a:r>
            <a:rPr lang="en-US"/>
            <a:t>Shortcut packages</a:t>
          </a:r>
        </a:p>
      </dgm:t>
    </dgm:pt>
    <dgm:pt modelId="{8FCD5D66-2692-4813-A3A7-9B9CDE244458}" type="parTrans" cxnId="{F2C9A722-026C-463F-BA18-4C7B9BA7A5DD}">
      <dgm:prSet/>
      <dgm:spPr/>
      <dgm:t>
        <a:bodyPr/>
        <a:lstStyle/>
        <a:p>
          <a:endParaRPr lang="en-US"/>
        </a:p>
      </dgm:t>
    </dgm:pt>
    <dgm:pt modelId="{B8E85514-6AE4-41B9-8546-ABAB124A3D08}" type="sibTrans" cxnId="{F2C9A722-026C-463F-BA18-4C7B9BA7A5DD}">
      <dgm:prSet/>
      <dgm:spPr/>
      <dgm:t>
        <a:bodyPr/>
        <a:lstStyle/>
        <a:p>
          <a:endParaRPr lang="en-US"/>
        </a:p>
      </dgm:t>
    </dgm:pt>
    <dgm:pt modelId="{E3211F70-5CC3-48A1-B191-13B09B16823E}" type="pres">
      <dgm:prSet presAssocID="{8860C6C2-1002-4793-9A9E-29045B22D4C9}" presName="linear" presStyleCnt="0">
        <dgm:presLayoutVars>
          <dgm:animLvl val="lvl"/>
          <dgm:resizeHandles val="exact"/>
        </dgm:presLayoutVars>
      </dgm:prSet>
      <dgm:spPr/>
    </dgm:pt>
    <dgm:pt modelId="{AE94A70B-2D4F-47B5-92FD-66118AE2640D}" type="pres">
      <dgm:prSet presAssocID="{ED1297E8-FBEA-4E27-883F-23417D1751B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9E87A41-3DA4-4164-B3D6-0B53CEC12349}" type="pres">
      <dgm:prSet presAssocID="{E1E5801C-D10D-4D54-996A-B3C12C3C57AF}" presName="spacer" presStyleCnt="0"/>
      <dgm:spPr/>
    </dgm:pt>
    <dgm:pt modelId="{6DF6B9C6-990A-46E4-A339-67374B0C4F17}" type="pres">
      <dgm:prSet presAssocID="{80820D39-DC42-40EE-8CD4-26FA8E34D9E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13F2E1E-DED8-4E83-B089-907CC0E3789B}" type="pres">
      <dgm:prSet presAssocID="{E1CA2F58-6C5D-4AAE-A8CF-8C6A6FCB3FB0}" presName="spacer" presStyleCnt="0"/>
      <dgm:spPr/>
    </dgm:pt>
    <dgm:pt modelId="{C34AF874-1A84-42AD-AFAE-1E55D1CF9706}" type="pres">
      <dgm:prSet presAssocID="{986F6253-C49A-43D3-806D-9529B50AF33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158B9A2-8392-45DC-A14C-ADDF5C179457}" type="pres">
      <dgm:prSet presAssocID="{62807351-BBA6-402F-AA15-DCCAC8838A10}" presName="spacer" presStyleCnt="0"/>
      <dgm:spPr/>
    </dgm:pt>
    <dgm:pt modelId="{7D0300C8-7FBE-4147-8C3B-8A3D8D344B08}" type="pres">
      <dgm:prSet presAssocID="{B82E7F29-6229-4BC0-AC61-A91A2A0A5E8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014C1C4-382A-4D19-BB0E-FDC581787588}" type="pres">
      <dgm:prSet presAssocID="{96BB46F0-5041-4267-B02A-A71C74B2A295}" presName="spacer" presStyleCnt="0"/>
      <dgm:spPr/>
    </dgm:pt>
    <dgm:pt modelId="{328044CE-8383-4E00-B3AD-C9CC70DBFCFB}" type="pres">
      <dgm:prSet presAssocID="{57451B55-22E3-4773-9C90-25D632875B2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2C9A722-026C-463F-BA18-4C7B9BA7A5DD}" srcId="{8860C6C2-1002-4793-9A9E-29045B22D4C9}" destId="{57451B55-22E3-4773-9C90-25D632875B2E}" srcOrd="4" destOrd="0" parTransId="{8FCD5D66-2692-4813-A3A7-9B9CDE244458}" sibTransId="{B8E85514-6AE4-41B9-8546-ABAB124A3D08}"/>
    <dgm:cxn modelId="{DAC38F28-56A6-4F9B-8FE3-5641D862C5BC}" type="presOf" srcId="{8860C6C2-1002-4793-9A9E-29045B22D4C9}" destId="{E3211F70-5CC3-48A1-B191-13B09B16823E}" srcOrd="0" destOrd="0" presId="urn:microsoft.com/office/officeart/2005/8/layout/vList2"/>
    <dgm:cxn modelId="{55505E30-1A01-4DC4-85E2-D35D7FCD2E02}" type="presOf" srcId="{B82E7F29-6229-4BC0-AC61-A91A2A0A5E86}" destId="{7D0300C8-7FBE-4147-8C3B-8A3D8D344B08}" srcOrd="0" destOrd="0" presId="urn:microsoft.com/office/officeart/2005/8/layout/vList2"/>
    <dgm:cxn modelId="{4C3CD53B-8E7F-4F01-A519-41A5B1886742}" type="presOf" srcId="{986F6253-C49A-43D3-806D-9529B50AF33E}" destId="{C34AF874-1A84-42AD-AFAE-1E55D1CF9706}" srcOrd="0" destOrd="0" presId="urn:microsoft.com/office/officeart/2005/8/layout/vList2"/>
    <dgm:cxn modelId="{1D57976F-D6DC-4C68-B55E-DCE1E06576E1}" srcId="{8860C6C2-1002-4793-9A9E-29045B22D4C9}" destId="{B82E7F29-6229-4BC0-AC61-A91A2A0A5E86}" srcOrd="3" destOrd="0" parTransId="{8CE4B14C-50DA-4D24-859C-57DEF77A53ED}" sibTransId="{96BB46F0-5041-4267-B02A-A71C74B2A295}"/>
    <dgm:cxn modelId="{AEBAF655-2160-4632-9515-36E38C5A7BAB}" srcId="{8860C6C2-1002-4793-9A9E-29045B22D4C9}" destId="{ED1297E8-FBEA-4E27-883F-23417D1751B8}" srcOrd="0" destOrd="0" parTransId="{8337AD6B-242C-425A-A9B3-324F1549B69C}" sibTransId="{E1E5801C-D10D-4D54-996A-B3C12C3C57AF}"/>
    <dgm:cxn modelId="{56B4CF8B-283B-42BD-A0A7-8F2B7EAF50B8}" type="presOf" srcId="{57451B55-22E3-4773-9C90-25D632875B2E}" destId="{328044CE-8383-4E00-B3AD-C9CC70DBFCFB}" srcOrd="0" destOrd="0" presId="urn:microsoft.com/office/officeart/2005/8/layout/vList2"/>
    <dgm:cxn modelId="{F0477494-86AB-4FCD-83DC-FBC7ECE5E65E}" srcId="{8860C6C2-1002-4793-9A9E-29045B22D4C9}" destId="{80820D39-DC42-40EE-8CD4-26FA8E34D9EB}" srcOrd="1" destOrd="0" parTransId="{DA9DDEFF-A5EA-4413-8FBA-C414C33C990B}" sibTransId="{E1CA2F58-6C5D-4AAE-A8CF-8C6A6FCB3FB0}"/>
    <dgm:cxn modelId="{7752CD98-D109-47AB-86D0-F992BB8D8853}" type="presOf" srcId="{80820D39-DC42-40EE-8CD4-26FA8E34D9EB}" destId="{6DF6B9C6-990A-46E4-A339-67374B0C4F17}" srcOrd="0" destOrd="0" presId="urn:microsoft.com/office/officeart/2005/8/layout/vList2"/>
    <dgm:cxn modelId="{B17AB0E5-DC2B-4118-A17F-07D43B3101D9}" srcId="{8860C6C2-1002-4793-9A9E-29045B22D4C9}" destId="{986F6253-C49A-43D3-806D-9529B50AF33E}" srcOrd="2" destOrd="0" parTransId="{90D7A3A0-461C-4FC5-AD62-36F900A59770}" sibTransId="{62807351-BBA6-402F-AA15-DCCAC8838A10}"/>
    <dgm:cxn modelId="{210CB7F0-C067-4E90-8E9C-6788855726C9}" type="presOf" srcId="{ED1297E8-FBEA-4E27-883F-23417D1751B8}" destId="{AE94A70B-2D4F-47B5-92FD-66118AE2640D}" srcOrd="0" destOrd="0" presId="urn:microsoft.com/office/officeart/2005/8/layout/vList2"/>
    <dgm:cxn modelId="{4812F551-56A6-4CBB-9AE8-C179FD1EA7EF}" type="presParOf" srcId="{E3211F70-5CC3-48A1-B191-13B09B16823E}" destId="{AE94A70B-2D4F-47B5-92FD-66118AE2640D}" srcOrd="0" destOrd="0" presId="urn:microsoft.com/office/officeart/2005/8/layout/vList2"/>
    <dgm:cxn modelId="{E97A9109-DECC-4AD5-925A-B4A2FCA51C04}" type="presParOf" srcId="{E3211F70-5CC3-48A1-B191-13B09B16823E}" destId="{79E87A41-3DA4-4164-B3D6-0B53CEC12349}" srcOrd="1" destOrd="0" presId="urn:microsoft.com/office/officeart/2005/8/layout/vList2"/>
    <dgm:cxn modelId="{5B3524F6-DC18-4A93-9F09-A6BFBA6009D6}" type="presParOf" srcId="{E3211F70-5CC3-48A1-B191-13B09B16823E}" destId="{6DF6B9C6-990A-46E4-A339-67374B0C4F17}" srcOrd="2" destOrd="0" presId="urn:microsoft.com/office/officeart/2005/8/layout/vList2"/>
    <dgm:cxn modelId="{05A31502-3F81-43AA-A8E9-4C84AB0F89AC}" type="presParOf" srcId="{E3211F70-5CC3-48A1-B191-13B09B16823E}" destId="{F13F2E1E-DED8-4E83-B089-907CC0E3789B}" srcOrd="3" destOrd="0" presId="urn:microsoft.com/office/officeart/2005/8/layout/vList2"/>
    <dgm:cxn modelId="{2080D525-FEBB-4E28-815C-8166AEE8EE1C}" type="presParOf" srcId="{E3211F70-5CC3-48A1-B191-13B09B16823E}" destId="{C34AF874-1A84-42AD-AFAE-1E55D1CF9706}" srcOrd="4" destOrd="0" presId="urn:microsoft.com/office/officeart/2005/8/layout/vList2"/>
    <dgm:cxn modelId="{C685B577-D06A-49D6-A1FB-71DEE0F9CD7B}" type="presParOf" srcId="{E3211F70-5CC3-48A1-B191-13B09B16823E}" destId="{2158B9A2-8392-45DC-A14C-ADDF5C179457}" srcOrd="5" destOrd="0" presId="urn:microsoft.com/office/officeart/2005/8/layout/vList2"/>
    <dgm:cxn modelId="{7F5849EC-A707-4209-AA8D-BEC18FFEF9D5}" type="presParOf" srcId="{E3211F70-5CC3-48A1-B191-13B09B16823E}" destId="{7D0300C8-7FBE-4147-8C3B-8A3D8D344B08}" srcOrd="6" destOrd="0" presId="urn:microsoft.com/office/officeart/2005/8/layout/vList2"/>
    <dgm:cxn modelId="{49BA3401-1F2B-4E51-A4C0-097AB853F7A4}" type="presParOf" srcId="{E3211F70-5CC3-48A1-B191-13B09B16823E}" destId="{9014C1C4-382A-4D19-BB0E-FDC581787588}" srcOrd="7" destOrd="0" presId="urn:microsoft.com/office/officeart/2005/8/layout/vList2"/>
    <dgm:cxn modelId="{F4ECC4CE-71B8-418E-9DAD-4926AE896F6B}" type="presParOf" srcId="{E3211F70-5CC3-48A1-B191-13B09B16823E}" destId="{328044CE-8383-4E00-B3AD-C9CC70DBFCF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EC6AE9-D022-43A7-98C2-1CD029533C3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A3E7527-E565-4B24-88E2-AC0B32DDF732}">
      <dgm:prSet/>
      <dgm:spPr/>
      <dgm:t>
        <a:bodyPr/>
        <a:lstStyle/>
        <a:p>
          <a:r>
            <a:rPr lang="en-US"/>
            <a:t>Killing Zenworks with Chocolatey</a:t>
          </a:r>
        </a:p>
      </dgm:t>
    </dgm:pt>
    <dgm:pt modelId="{29D7E492-1EA1-46FF-8479-54FBDD6E996E}" type="parTrans" cxnId="{675C7E3A-8C7F-498A-B2C4-93CC1A0D97F8}">
      <dgm:prSet/>
      <dgm:spPr/>
      <dgm:t>
        <a:bodyPr/>
        <a:lstStyle/>
        <a:p>
          <a:endParaRPr lang="en-US"/>
        </a:p>
      </dgm:t>
    </dgm:pt>
    <dgm:pt modelId="{4C1E3CBC-7A76-472C-98C7-78CBBDD62E29}" type="sibTrans" cxnId="{675C7E3A-8C7F-498A-B2C4-93CC1A0D97F8}">
      <dgm:prSet/>
      <dgm:spPr/>
      <dgm:t>
        <a:bodyPr/>
        <a:lstStyle/>
        <a:p>
          <a:endParaRPr lang="en-US"/>
        </a:p>
      </dgm:t>
    </dgm:pt>
    <dgm:pt modelId="{755C17B4-1FD1-4809-B411-8ABE9491E166}">
      <dgm:prSet/>
      <dgm:spPr/>
      <dgm:t>
        <a:bodyPr/>
        <a:lstStyle/>
        <a:p>
          <a:r>
            <a:rPr lang="en-US"/>
            <a:t>CCM deployment</a:t>
          </a:r>
        </a:p>
      </dgm:t>
    </dgm:pt>
    <dgm:pt modelId="{557FB9EC-B1B2-4BA5-B281-28BE8EDAE47A}" type="parTrans" cxnId="{D5EF11D6-988E-48AF-9B25-395F81DB67D2}">
      <dgm:prSet/>
      <dgm:spPr/>
      <dgm:t>
        <a:bodyPr/>
        <a:lstStyle/>
        <a:p>
          <a:endParaRPr lang="en-US"/>
        </a:p>
      </dgm:t>
    </dgm:pt>
    <dgm:pt modelId="{A95C434B-102F-4377-9FD9-96686842651E}" type="sibTrans" cxnId="{D5EF11D6-988E-48AF-9B25-395F81DB67D2}">
      <dgm:prSet/>
      <dgm:spPr/>
      <dgm:t>
        <a:bodyPr/>
        <a:lstStyle/>
        <a:p>
          <a:endParaRPr lang="en-US"/>
        </a:p>
      </dgm:t>
    </dgm:pt>
    <dgm:pt modelId="{3E7EF8B7-3521-4C63-A171-6373992BCAEC}" type="pres">
      <dgm:prSet presAssocID="{97EC6AE9-D022-43A7-98C2-1CD029533C37}" presName="linear" presStyleCnt="0">
        <dgm:presLayoutVars>
          <dgm:animLvl val="lvl"/>
          <dgm:resizeHandles val="exact"/>
        </dgm:presLayoutVars>
      </dgm:prSet>
      <dgm:spPr/>
    </dgm:pt>
    <dgm:pt modelId="{813A9B46-2AA1-4F70-BD2B-734A5FA20A46}" type="pres">
      <dgm:prSet presAssocID="{EA3E7527-E565-4B24-88E2-AC0B32DDF73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FECBD70-4E17-4145-8B8A-0828190E23CF}" type="pres">
      <dgm:prSet presAssocID="{4C1E3CBC-7A76-472C-98C7-78CBBDD62E29}" presName="spacer" presStyleCnt="0"/>
      <dgm:spPr/>
    </dgm:pt>
    <dgm:pt modelId="{287311E1-D7C0-4D54-90F2-87579A7B3342}" type="pres">
      <dgm:prSet presAssocID="{755C17B4-1FD1-4809-B411-8ABE9491E16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4813839-2422-439E-99B9-83F2AFA13F52}" type="presOf" srcId="{EA3E7527-E565-4B24-88E2-AC0B32DDF732}" destId="{813A9B46-2AA1-4F70-BD2B-734A5FA20A46}" srcOrd="0" destOrd="0" presId="urn:microsoft.com/office/officeart/2005/8/layout/vList2"/>
    <dgm:cxn modelId="{675C7E3A-8C7F-498A-B2C4-93CC1A0D97F8}" srcId="{97EC6AE9-D022-43A7-98C2-1CD029533C37}" destId="{EA3E7527-E565-4B24-88E2-AC0B32DDF732}" srcOrd="0" destOrd="0" parTransId="{29D7E492-1EA1-46FF-8479-54FBDD6E996E}" sibTransId="{4C1E3CBC-7A76-472C-98C7-78CBBDD62E29}"/>
    <dgm:cxn modelId="{C8611A3B-79CB-419B-B082-32AA1AD79BE2}" type="presOf" srcId="{97EC6AE9-D022-43A7-98C2-1CD029533C37}" destId="{3E7EF8B7-3521-4C63-A171-6373992BCAEC}" srcOrd="0" destOrd="0" presId="urn:microsoft.com/office/officeart/2005/8/layout/vList2"/>
    <dgm:cxn modelId="{D5EF11D6-988E-48AF-9B25-395F81DB67D2}" srcId="{97EC6AE9-D022-43A7-98C2-1CD029533C37}" destId="{755C17B4-1FD1-4809-B411-8ABE9491E166}" srcOrd="1" destOrd="0" parTransId="{557FB9EC-B1B2-4BA5-B281-28BE8EDAE47A}" sibTransId="{A95C434B-102F-4377-9FD9-96686842651E}"/>
    <dgm:cxn modelId="{711BB8EC-FE20-45E3-A936-0500461F22AC}" type="presOf" srcId="{755C17B4-1FD1-4809-B411-8ABE9491E166}" destId="{287311E1-D7C0-4D54-90F2-87579A7B3342}" srcOrd="0" destOrd="0" presId="urn:microsoft.com/office/officeart/2005/8/layout/vList2"/>
    <dgm:cxn modelId="{F708B4E0-70AA-4ED4-9F04-798C07F0F2D3}" type="presParOf" srcId="{3E7EF8B7-3521-4C63-A171-6373992BCAEC}" destId="{813A9B46-2AA1-4F70-BD2B-734A5FA20A46}" srcOrd="0" destOrd="0" presId="urn:microsoft.com/office/officeart/2005/8/layout/vList2"/>
    <dgm:cxn modelId="{48E7A099-E13E-411E-B20E-616298AE1EEF}" type="presParOf" srcId="{3E7EF8B7-3521-4C63-A171-6373992BCAEC}" destId="{BFECBD70-4E17-4145-8B8A-0828190E23CF}" srcOrd="1" destOrd="0" presId="urn:microsoft.com/office/officeart/2005/8/layout/vList2"/>
    <dgm:cxn modelId="{62942E6E-99A6-4E88-A8DC-E0FFE5AE783F}" type="presParOf" srcId="{3E7EF8B7-3521-4C63-A171-6373992BCAEC}" destId="{287311E1-D7C0-4D54-90F2-87579A7B334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EFEE863-A674-4F2F-BEA7-F545A25B5E8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3AE1432-F748-4C4B-B757-A6966C799AAC}">
      <dgm:prSet/>
      <dgm:spPr/>
      <dgm:t>
        <a:bodyPr/>
        <a:lstStyle/>
        <a:p>
          <a:r>
            <a:rPr lang="en-US"/>
            <a:t>MDT provides the initial system baseline:​</a:t>
          </a:r>
        </a:p>
      </dgm:t>
    </dgm:pt>
    <dgm:pt modelId="{B6B9451D-343A-4037-995F-0386C43D6479}" type="parTrans" cxnId="{7A4E401C-A662-4ED7-82A8-12C4EEFF71A0}">
      <dgm:prSet/>
      <dgm:spPr/>
      <dgm:t>
        <a:bodyPr/>
        <a:lstStyle/>
        <a:p>
          <a:endParaRPr lang="en-US"/>
        </a:p>
      </dgm:t>
    </dgm:pt>
    <dgm:pt modelId="{D25A8291-4853-42D8-B897-F744B4E16FAF}" type="sibTrans" cxnId="{7A4E401C-A662-4ED7-82A8-12C4EEFF71A0}">
      <dgm:prSet/>
      <dgm:spPr/>
      <dgm:t>
        <a:bodyPr/>
        <a:lstStyle/>
        <a:p>
          <a:endParaRPr lang="en-US"/>
        </a:p>
      </dgm:t>
    </dgm:pt>
    <dgm:pt modelId="{B2540E78-1085-4AA6-B71A-938BBDA5D540}">
      <dgm:prSet/>
      <dgm:spPr/>
      <dgm:t>
        <a:bodyPr/>
        <a:lstStyle/>
        <a:p>
          <a:r>
            <a:rPr lang="en-US"/>
            <a:t>Windows deployment​</a:t>
          </a:r>
        </a:p>
      </dgm:t>
    </dgm:pt>
    <dgm:pt modelId="{93A74445-EF36-4DF8-82C2-C77D362B3EB1}" type="parTrans" cxnId="{B3D41C7E-FC43-42FF-8BD0-F147134C5E5B}">
      <dgm:prSet/>
      <dgm:spPr/>
      <dgm:t>
        <a:bodyPr/>
        <a:lstStyle/>
        <a:p>
          <a:endParaRPr lang="en-US"/>
        </a:p>
      </dgm:t>
    </dgm:pt>
    <dgm:pt modelId="{D4500522-F067-4869-86A3-D3528071D9B9}" type="sibTrans" cxnId="{B3D41C7E-FC43-42FF-8BD0-F147134C5E5B}">
      <dgm:prSet/>
      <dgm:spPr/>
      <dgm:t>
        <a:bodyPr/>
        <a:lstStyle/>
        <a:p>
          <a:endParaRPr lang="en-US"/>
        </a:p>
      </dgm:t>
    </dgm:pt>
    <dgm:pt modelId="{5E9A838B-0BD0-46B3-AF2D-43F476973F61}">
      <dgm:prSet/>
      <dgm:spPr/>
      <dgm:t>
        <a:bodyPr/>
        <a:lstStyle/>
        <a:p>
          <a:r>
            <a:rPr lang="en-US"/>
            <a:t>Driver injection​</a:t>
          </a:r>
        </a:p>
      </dgm:t>
    </dgm:pt>
    <dgm:pt modelId="{710483DC-75A3-4E66-BF63-9D3CFC9AAB84}" type="parTrans" cxnId="{453341F5-C9F9-489D-BA95-D25092DE45AE}">
      <dgm:prSet/>
      <dgm:spPr/>
      <dgm:t>
        <a:bodyPr/>
        <a:lstStyle/>
        <a:p>
          <a:endParaRPr lang="en-US"/>
        </a:p>
      </dgm:t>
    </dgm:pt>
    <dgm:pt modelId="{1C32575B-8F6A-46EA-94D3-00934821E296}" type="sibTrans" cxnId="{453341F5-C9F9-489D-BA95-D25092DE45AE}">
      <dgm:prSet/>
      <dgm:spPr/>
      <dgm:t>
        <a:bodyPr/>
        <a:lstStyle/>
        <a:p>
          <a:endParaRPr lang="en-US"/>
        </a:p>
      </dgm:t>
    </dgm:pt>
    <dgm:pt modelId="{7DE15ABB-3C56-4CA7-93C8-9A067339CEBC}">
      <dgm:prSet/>
      <dgm:spPr/>
      <dgm:t>
        <a:bodyPr/>
        <a:lstStyle/>
        <a:p>
          <a:r>
            <a:rPr lang="en-US"/>
            <a:t>BitLocker preparation​</a:t>
          </a:r>
        </a:p>
      </dgm:t>
    </dgm:pt>
    <dgm:pt modelId="{E2FED909-195D-4466-804B-FED0D8E2BA1A}" type="parTrans" cxnId="{03B1BD62-BC80-4328-961F-BBD44313016E}">
      <dgm:prSet/>
      <dgm:spPr/>
      <dgm:t>
        <a:bodyPr/>
        <a:lstStyle/>
        <a:p>
          <a:endParaRPr lang="en-US"/>
        </a:p>
      </dgm:t>
    </dgm:pt>
    <dgm:pt modelId="{FDDD668F-B407-41DF-AC67-4877EC5EA364}" type="sibTrans" cxnId="{03B1BD62-BC80-4328-961F-BBD44313016E}">
      <dgm:prSet/>
      <dgm:spPr/>
      <dgm:t>
        <a:bodyPr/>
        <a:lstStyle/>
        <a:p>
          <a:endParaRPr lang="en-US"/>
        </a:p>
      </dgm:t>
    </dgm:pt>
    <dgm:pt modelId="{F07F7617-AABB-4C2E-882E-FBB93432D33F}">
      <dgm:prSet/>
      <dgm:spPr/>
      <dgm:t>
        <a:bodyPr/>
        <a:lstStyle/>
        <a:p>
          <a:r>
            <a:rPr lang="en-US"/>
            <a:t>Baseline configuration​</a:t>
          </a:r>
        </a:p>
      </dgm:t>
    </dgm:pt>
    <dgm:pt modelId="{42E96FA4-4D20-4A49-B371-886F14F950EA}" type="parTrans" cxnId="{158AFFB3-ECBC-4A1C-9258-9CA5096A5154}">
      <dgm:prSet/>
      <dgm:spPr/>
      <dgm:t>
        <a:bodyPr/>
        <a:lstStyle/>
        <a:p>
          <a:endParaRPr lang="en-US"/>
        </a:p>
      </dgm:t>
    </dgm:pt>
    <dgm:pt modelId="{F5174BA0-75E6-416A-A08F-DABA0E895A9A}" type="sibTrans" cxnId="{158AFFB3-ECBC-4A1C-9258-9CA5096A5154}">
      <dgm:prSet/>
      <dgm:spPr/>
      <dgm:t>
        <a:bodyPr/>
        <a:lstStyle/>
        <a:p>
          <a:endParaRPr lang="en-US"/>
        </a:p>
      </dgm:t>
    </dgm:pt>
    <dgm:pt modelId="{BEA18417-E436-4D51-918E-0E05C261BC50}">
      <dgm:prSet/>
      <dgm:spPr/>
      <dgm:t>
        <a:bodyPr/>
        <a:lstStyle/>
        <a:p>
          <a:r>
            <a:rPr lang="en-US"/>
            <a:t>Domain join​</a:t>
          </a:r>
        </a:p>
      </dgm:t>
    </dgm:pt>
    <dgm:pt modelId="{8CD98706-5B9B-4A3D-A38B-8DBA0FD658B2}" type="parTrans" cxnId="{A92DAFD4-C4B7-4B2D-A2BC-46078B94905E}">
      <dgm:prSet/>
      <dgm:spPr/>
      <dgm:t>
        <a:bodyPr/>
        <a:lstStyle/>
        <a:p>
          <a:endParaRPr lang="en-US"/>
        </a:p>
      </dgm:t>
    </dgm:pt>
    <dgm:pt modelId="{A8B997AA-A3BF-4487-9178-90F6EB03FC30}" type="sibTrans" cxnId="{A92DAFD4-C4B7-4B2D-A2BC-46078B94905E}">
      <dgm:prSet/>
      <dgm:spPr/>
      <dgm:t>
        <a:bodyPr/>
        <a:lstStyle/>
        <a:p>
          <a:endParaRPr lang="en-US"/>
        </a:p>
      </dgm:t>
    </dgm:pt>
    <dgm:pt modelId="{15CEBFBE-C428-4C4C-AEDC-BD8C0357656F}">
      <dgm:prSet/>
      <dgm:spPr/>
      <dgm:t>
        <a:bodyPr/>
        <a:lstStyle/>
        <a:p>
          <a:r>
            <a:rPr lang="en-US"/>
            <a:t>Group Policy executes a startup PowerShell script when a system initializes</a:t>
          </a:r>
        </a:p>
      </dgm:t>
    </dgm:pt>
    <dgm:pt modelId="{3D71AAD6-C947-4907-BE89-54783FDC5F47}" type="parTrans" cxnId="{25EA517E-5BF8-49DC-B10B-CCAE6FD4248F}">
      <dgm:prSet/>
      <dgm:spPr/>
      <dgm:t>
        <a:bodyPr/>
        <a:lstStyle/>
        <a:p>
          <a:endParaRPr lang="en-US"/>
        </a:p>
      </dgm:t>
    </dgm:pt>
    <dgm:pt modelId="{A89CB356-2D10-4F71-8118-B525CFE0AEC3}" type="sibTrans" cxnId="{25EA517E-5BF8-49DC-B10B-CCAE6FD4248F}">
      <dgm:prSet/>
      <dgm:spPr/>
      <dgm:t>
        <a:bodyPr/>
        <a:lstStyle/>
        <a:p>
          <a:endParaRPr lang="en-US"/>
        </a:p>
      </dgm:t>
    </dgm:pt>
    <dgm:pt modelId="{62E36C84-B00B-4C51-B473-3B4115743A75}">
      <dgm:prSet/>
      <dgm:spPr/>
      <dgm:t>
        <a:bodyPr/>
        <a:lstStyle/>
        <a:p>
          <a:r>
            <a:rPr lang="en-US"/>
            <a:t>Installs Chocolatey​</a:t>
          </a:r>
        </a:p>
      </dgm:t>
    </dgm:pt>
    <dgm:pt modelId="{7382C938-9267-4DB9-9055-9ADFBF2BFCC7}" type="parTrans" cxnId="{8A7EA650-7C50-439A-BAE3-2077C1293744}">
      <dgm:prSet/>
      <dgm:spPr/>
      <dgm:t>
        <a:bodyPr/>
        <a:lstStyle/>
        <a:p>
          <a:endParaRPr lang="en-US"/>
        </a:p>
      </dgm:t>
    </dgm:pt>
    <dgm:pt modelId="{31F4B008-C7CD-41CB-BA4B-51E899CBB94F}" type="sibTrans" cxnId="{8A7EA650-7C50-439A-BAE3-2077C1293744}">
      <dgm:prSet/>
      <dgm:spPr/>
      <dgm:t>
        <a:bodyPr/>
        <a:lstStyle/>
        <a:p>
          <a:endParaRPr lang="en-US"/>
        </a:p>
      </dgm:t>
    </dgm:pt>
    <dgm:pt modelId="{0C2D1402-6AD5-43F1-AF2F-9006F20FF5B6}">
      <dgm:prSet/>
      <dgm:spPr/>
      <dgm:t>
        <a:bodyPr/>
        <a:lstStyle/>
        <a:p>
          <a:r>
            <a:rPr lang="en-US"/>
            <a:t>Configures internal repositories​</a:t>
          </a:r>
        </a:p>
      </dgm:t>
    </dgm:pt>
    <dgm:pt modelId="{A1EC6DE5-A37E-4CC4-AB1D-725E2122F390}" type="parTrans" cxnId="{DAFB0AF3-C475-44CD-95A2-2B2417A4CDE4}">
      <dgm:prSet/>
      <dgm:spPr/>
      <dgm:t>
        <a:bodyPr/>
        <a:lstStyle/>
        <a:p>
          <a:endParaRPr lang="en-US"/>
        </a:p>
      </dgm:t>
    </dgm:pt>
    <dgm:pt modelId="{2D7BA1E7-F1EC-476E-80E9-7614C2694F3C}" type="sibTrans" cxnId="{DAFB0AF3-C475-44CD-95A2-2B2417A4CDE4}">
      <dgm:prSet/>
      <dgm:spPr/>
      <dgm:t>
        <a:bodyPr/>
        <a:lstStyle/>
        <a:p>
          <a:endParaRPr lang="en-US"/>
        </a:p>
      </dgm:t>
    </dgm:pt>
    <dgm:pt modelId="{1443DD54-F9DE-4743-BC4A-772F46A6A871}">
      <dgm:prSet/>
      <dgm:spPr/>
      <dgm:t>
        <a:bodyPr/>
        <a:lstStyle/>
        <a:p>
          <a:r>
            <a:rPr lang="en-US"/>
            <a:t>Enables required Chocolatey features​</a:t>
          </a:r>
        </a:p>
      </dgm:t>
    </dgm:pt>
    <dgm:pt modelId="{CE0BF954-4A89-4412-844F-FCE500386408}" type="parTrans" cxnId="{760A5B0E-0270-4802-93F3-1FD5618B7883}">
      <dgm:prSet/>
      <dgm:spPr/>
      <dgm:t>
        <a:bodyPr/>
        <a:lstStyle/>
        <a:p>
          <a:endParaRPr lang="en-US"/>
        </a:p>
      </dgm:t>
    </dgm:pt>
    <dgm:pt modelId="{2BB3A03D-CB27-4E46-8B18-C165373625F2}" type="sibTrans" cxnId="{760A5B0E-0270-4802-93F3-1FD5618B7883}">
      <dgm:prSet/>
      <dgm:spPr/>
      <dgm:t>
        <a:bodyPr/>
        <a:lstStyle/>
        <a:p>
          <a:endParaRPr lang="en-US"/>
        </a:p>
      </dgm:t>
    </dgm:pt>
    <dgm:pt modelId="{D3612656-71A6-4411-BC96-06EB6F07F0AC}">
      <dgm:prSet/>
      <dgm:spPr/>
      <dgm:t>
        <a:bodyPr/>
        <a:lstStyle/>
        <a:p>
          <a:r>
            <a:rPr lang="en-US"/>
            <a:t>Prepares the endpoint for centralized software deployment​</a:t>
          </a:r>
        </a:p>
      </dgm:t>
    </dgm:pt>
    <dgm:pt modelId="{FF88FC91-302B-42B8-A0C3-1D630A0F240E}" type="parTrans" cxnId="{82553011-F2AB-4A0B-8268-C306E3C6F1D9}">
      <dgm:prSet/>
      <dgm:spPr/>
      <dgm:t>
        <a:bodyPr/>
        <a:lstStyle/>
        <a:p>
          <a:endParaRPr lang="en-US"/>
        </a:p>
      </dgm:t>
    </dgm:pt>
    <dgm:pt modelId="{01118FDA-56F5-467E-A60E-33B3E1F819AF}" type="sibTrans" cxnId="{82553011-F2AB-4A0B-8268-C306E3C6F1D9}">
      <dgm:prSet/>
      <dgm:spPr/>
      <dgm:t>
        <a:bodyPr/>
        <a:lstStyle/>
        <a:p>
          <a:endParaRPr lang="en-US"/>
        </a:p>
      </dgm:t>
    </dgm:pt>
    <dgm:pt modelId="{0A5C5B35-737A-4C13-9A07-572F9E8A3BDD}">
      <dgm:prSet/>
      <dgm:spPr/>
      <dgm:t>
        <a:bodyPr/>
        <a:lstStyle/>
        <a:p>
          <a:r>
            <a:rPr lang="en-US"/>
            <a:t>Registers the endpoint with Chocolatey Central Management.​</a:t>
          </a:r>
        </a:p>
      </dgm:t>
    </dgm:pt>
    <dgm:pt modelId="{1D57B3F9-23F0-4876-9B71-FA4F18DFAA27}" type="parTrans" cxnId="{2AB778E2-5D4E-4786-A939-94EDC96A9C07}">
      <dgm:prSet/>
      <dgm:spPr/>
      <dgm:t>
        <a:bodyPr/>
        <a:lstStyle/>
        <a:p>
          <a:endParaRPr lang="en-US"/>
        </a:p>
      </dgm:t>
    </dgm:pt>
    <dgm:pt modelId="{EC2E278F-B314-48AB-BA95-483D2A2D46FA}" type="sibTrans" cxnId="{2AB778E2-5D4E-4786-A939-94EDC96A9C07}">
      <dgm:prSet/>
      <dgm:spPr/>
      <dgm:t>
        <a:bodyPr/>
        <a:lstStyle/>
        <a:p>
          <a:endParaRPr lang="en-US"/>
        </a:p>
      </dgm:t>
    </dgm:pt>
    <dgm:pt modelId="{B79AF4F9-F4A0-4158-B340-40B3CC54BF3A}">
      <dgm:prSet/>
      <dgm:spPr/>
      <dgm:t>
        <a:bodyPr/>
        <a:lstStyle/>
        <a:p>
          <a:r>
            <a:rPr lang="en-US"/>
            <a:t>The bootstrap script functions as a DSC-style configuration engine.​</a:t>
          </a:r>
        </a:p>
      </dgm:t>
    </dgm:pt>
    <dgm:pt modelId="{EB66D31E-B5D3-4908-88E7-B7C2A20FE132}" type="parTrans" cxnId="{576E0BC6-E0DB-487A-907A-505B2AA837BF}">
      <dgm:prSet/>
      <dgm:spPr/>
      <dgm:t>
        <a:bodyPr/>
        <a:lstStyle/>
        <a:p>
          <a:endParaRPr lang="en-US"/>
        </a:p>
      </dgm:t>
    </dgm:pt>
    <dgm:pt modelId="{99A64546-8495-4520-BF92-9866D21EB385}" type="sibTrans" cxnId="{576E0BC6-E0DB-487A-907A-505B2AA837BF}">
      <dgm:prSet/>
      <dgm:spPr/>
      <dgm:t>
        <a:bodyPr/>
        <a:lstStyle/>
        <a:p>
          <a:endParaRPr lang="en-US"/>
        </a:p>
      </dgm:t>
    </dgm:pt>
    <dgm:pt modelId="{2BFE6A53-CCED-4426-BE47-3B6FE61A0D06}">
      <dgm:prSet/>
      <dgm:spPr/>
      <dgm:t>
        <a:bodyPr/>
        <a:lstStyle/>
        <a:p>
          <a:r>
            <a:rPr lang="en-US"/>
            <a:t>Evaluates system state​</a:t>
          </a:r>
        </a:p>
      </dgm:t>
    </dgm:pt>
    <dgm:pt modelId="{082D1FF8-F077-42A6-96CC-AF0052C84D3A}" type="parTrans" cxnId="{1B256CFC-D9A3-4221-82D4-1F3F81F356FF}">
      <dgm:prSet/>
      <dgm:spPr/>
      <dgm:t>
        <a:bodyPr/>
        <a:lstStyle/>
        <a:p>
          <a:endParaRPr lang="en-US"/>
        </a:p>
      </dgm:t>
    </dgm:pt>
    <dgm:pt modelId="{1F4F363C-1581-4CFF-A850-AAFE0D5364A0}" type="sibTrans" cxnId="{1B256CFC-D9A3-4221-82D4-1F3F81F356FF}">
      <dgm:prSet/>
      <dgm:spPr/>
      <dgm:t>
        <a:bodyPr/>
        <a:lstStyle/>
        <a:p>
          <a:endParaRPr lang="en-US"/>
        </a:p>
      </dgm:t>
    </dgm:pt>
    <dgm:pt modelId="{F90DC8D3-40B5-49CC-B531-CF53BE4689E2}">
      <dgm:prSet/>
      <dgm:spPr/>
      <dgm:t>
        <a:bodyPr/>
        <a:lstStyle/>
        <a:p>
          <a:r>
            <a:rPr lang="en-US"/>
            <a:t>Verifies required configuration​</a:t>
          </a:r>
        </a:p>
      </dgm:t>
    </dgm:pt>
    <dgm:pt modelId="{623B6806-626C-48E2-B516-EA2EA7067480}" type="parTrans" cxnId="{869636AD-CB67-481A-91F0-BCAC2D56465B}">
      <dgm:prSet/>
      <dgm:spPr/>
      <dgm:t>
        <a:bodyPr/>
        <a:lstStyle/>
        <a:p>
          <a:endParaRPr lang="en-US"/>
        </a:p>
      </dgm:t>
    </dgm:pt>
    <dgm:pt modelId="{641BC695-6AB4-4DBE-AD49-C280359DC3E0}" type="sibTrans" cxnId="{869636AD-CB67-481A-91F0-BCAC2D56465B}">
      <dgm:prSet/>
      <dgm:spPr/>
      <dgm:t>
        <a:bodyPr/>
        <a:lstStyle/>
        <a:p>
          <a:endParaRPr lang="en-US"/>
        </a:p>
      </dgm:t>
    </dgm:pt>
    <dgm:pt modelId="{235C729A-2F6F-4238-B9DA-00BAFC900ED9}">
      <dgm:prSet/>
      <dgm:spPr/>
      <dgm:t>
        <a:bodyPr/>
        <a:lstStyle/>
        <a:p>
          <a:r>
            <a:rPr lang="en-US"/>
            <a:t>Remediates configuration drift​</a:t>
          </a:r>
        </a:p>
      </dgm:t>
    </dgm:pt>
    <dgm:pt modelId="{6910A240-D603-4E40-8E54-CBC780037218}" type="parTrans" cxnId="{1F96286B-5650-4E3E-BAD7-AE9F693C1E90}">
      <dgm:prSet/>
      <dgm:spPr/>
      <dgm:t>
        <a:bodyPr/>
        <a:lstStyle/>
        <a:p>
          <a:endParaRPr lang="en-US"/>
        </a:p>
      </dgm:t>
    </dgm:pt>
    <dgm:pt modelId="{FB5810CB-F6D9-4275-85E9-0E061F06E0F9}" type="sibTrans" cxnId="{1F96286B-5650-4E3E-BAD7-AE9F693C1E90}">
      <dgm:prSet/>
      <dgm:spPr/>
      <dgm:t>
        <a:bodyPr/>
        <a:lstStyle/>
        <a:p>
          <a:endParaRPr lang="en-US"/>
        </a:p>
      </dgm:t>
    </dgm:pt>
    <dgm:pt modelId="{C1C483BD-7D86-4462-86E0-FC63F6E4E087}">
      <dgm:prSet/>
      <dgm:spPr/>
      <dgm:t>
        <a:bodyPr/>
        <a:lstStyle/>
        <a:p>
          <a:r>
            <a:rPr lang="en-US"/>
            <a:t>Ensures deployment readiness​</a:t>
          </a:r>
        </a:p>
      </dgm:t>
    </dgm:pt>
    <dgm:pt modelId="{5FD9BB03-7BEB-4A04-8A3D-27EE45C83418}" type="parTrans" cxnId="{1354D6F5-3254-47B9-B23E-59D44B0FB41F}">
      <dgm:prSet/>
      <dgm:spPr/>
      <dgm:t>
        <a:bodyPr/>
        <a:lstStyle/>
        <a:p>
          <a:endParaRPr lang="en-US"/>
        </a:p>
      </dgm:t>
    </dgm:pt>
    <dgm:pt modelId="{DF74F7A0-04E0-48EB-A406-2F0133D84ED5}" type="sibTrans" cxnId="{1354D6F5-3254-47B9-B23E-59D44B0FB41F}">
      <dgm:prSet/>
      <dgm:spPr/>
      <dgm:t>
        <a:bodyPr/>
        <a:lstStyle/>
        <a:p>
          <a:endParaRPr lang="en-US"/>
        </a:p>
      </dgm:t>
    </dgm:pt>
    <dgm:pt modelId="{F4DB5959-7C53-48B7-9482-06CB3A7F4937}" type="pres">
      <dgm:prSet presAssocID="{9EFEE863-A674-4F2F-BEA7-F545A25B5E8F}" presName="vert0" presStyleCnt="0">
        <dgm:presLayoutVars>
          <dgm:dir/>
          <dgm:animOne val="branch"/>
          <dgm:animLvl val="lvl"/>
        </dgm:presLayoutVars>
      </dgm:prSet>
      <dgm:spPr/>
    </dgm:pt>
    <dgm:pt modelId="{8791A917-BC90-41A9-AE46-8DE239B2FDEA}" type="pres">
      <dgm:prSet presAssocID="{C3AE1432-F748-4C4B-B757-A6966C799AAC}" presName="thickLine" presStyleLbl="alignNode1" presStyleIdx="0" presStyleCnt="17"/>
      <dgm:spPr/>
    </dgm:pt>
    <dgm:pt modelId="{DA82ECBB-6FA3-4921-914D-631912B21834}" type="pres">
      <dgm:prSet presAssocID="{C3AE1432-F748-4C4B-B757-A6966C799AAC}" presName="horz1" presStyleCnt="0"/>
      <dgm:spPr/>
    </dgm:pt>
    <dgm:pt modelId="{5B3BCD90-4E31-411F-88FD-DA7B0DDEA561}" type="pres">
      <dgm:prSet presAssocID="{C3AE1432-F748-4C4B-B757-A6966C799AAC}" presName="tx1" presStyleLbl="revTx" presStyleIdx="0" presStyleCnt="17"/>
      <dgm:spPr/>
    </dgm:pt>
    <dgm:pt modelId="{808AE31D-3941-4CA2-8B10-ACED5C8E1E79}" type="pres">
      <dgm:prSet presAssocID="{C3AE1432-F748-4C4B-B757-A6966C799AAC}" presName="vert1" presStyleCnt="0"/>
      <dgm:spPr/>
    </dgm:pt>
    <dgm:pt modelId="{9A063722-49EF-4E94-AA5E-D95A11BE3422}" type="pres">
      <dgm:prSet presAssocID="{B2540E78-1085-4AA6-B71A-938BBDA5D540}" presName="thickLine" presStyleLbl="alignNode1" presStyleIdx="1" presStyleCnt="17"/>
      <dgm:spPr/>
    </dgm:pt>
    <dgm:pt modelId="{E2CF1900-7606-4580-9871-C6F15FB60F77}" type="pres">
      <dgm:prSet presAssocID="{B2540E78-1085-4AA6-B71A-938BBDA5D540}" presName="horz1" presStyleCnt="0"/>
      <dgm:spPr/>
    </dgm:pt>
    <dgm:pt modelId="{1C8C0B8C-48B5-446E-A6F2-B9A0FA3B135E}" type="pres">
      <dgm:prSet presAssocID="{B2540E78-1085-4AA6-B71A-938BBDA5D540}" presName="tx1" presStyleLbl="revTx" presStyleIdx="1" presStyleCnt="17"/>
      <dgm:spPr/>
    </dgm:pt>
    <dgm:pt modelId="{63DF997A-EE76-45D3-AE02-8D8ED8ECE2CA}" type="pres">
      <dgm:prSet presAssocID="{B2540E78-1085-4AA6-B71A-938BBDA5D540}" presName="vert1" presStyleCnt="0"/>
      <dgm:spPr/>
    </dgm:pt>
    <dgm:pt modelId="{60DE4F29-DE7D-461D-AEA6-F868C7564714}" type="pres">
      <dgm:prSet presAssocID="{5E9A838B-0BD0-46B3-AF2D-43F476973F61}" presName="thickLine" presStyleLbl="alignNode1" presStyleIdx="2" presStyleCnt="17"/>
      <dgm:spPr/>
    </dgm:pt>
    <dgm:pt modelId="{A08FF799-6738-442A-900B-A61D04F4A01E}" type="pres">
      <dgm:prSet presAssocID="{5E9A838B-0BD0-46B3-AF2D-43F476973F61}" presName="horz1" presStyleCnt="0"/>
      <dgm:spPr/>
    </dgm:pt>
    <dgm:pt modelId="{EC3E919B-F8E7-4C2A-8DC5-91B130D957BC}" type="pres">
      <dgm:prSet presAssocID="{5E9A838B-0BD0-46B3-AF2D-43F476973F61}" presName="tx1" presStyleLbl="revTx" presStyleIdx="2" presStyleCnt="17"/>
      <dgm:spPr/>
    </dgm:pt>
    <dgm:pt modelId="{FD7A1FB4-E8D9-4309-9E30-619C6B6DDF23}" type="pres">
      <dgm:prSet presAssocID="{5E9A838B-0BD0-46B3-AF2D-43F476973F61}" presName="vert1" presStyleCnt="0"/>
      <dgm:spPr/>
    </dgm:pt>
    <dgm:pt modelId="{778DA809-5AF6-48C4-9D83-35476D2FB162}" type="pres">
      <dgm:prSet presAssocID="{7DE15ABB-3C56-4CA7-93C8-9A067339CEBC}" presName="thickLine" presStyleLbl="alignNode1" presStyleIdx="3" presStyleCnt="17"/>
      <dgm:spPr/>
    </dgm:pt>
    <dgm:pt modelId="{5AD20508-14AE-41F2-862D-124C93509784}" type="pres">
      <dgm:prSet presAssocID="{7DE15ABB-3C56-4CA7-93C8-9A067339CEBC}" presName="horz1" presStyleCnt="0"/>
      <dgm:spPr/>
    </dgm:pt>
    <dgm:pt modelId="{150D2DFB-68CA-4A8A-9F31-1C672864CB2F}" type="pres">
      <dgm:prSet presAssocID="{7DE15ABB-3C56-4CA7-93C8-9A067339CEBC}" presName="tx1" presStyleLbl="revTx" presStyleIdx="3" presStyleCnt="17"/>
      <dgm:spPr/>
    </dgm:pt>
    <dgm:pt modelId="{D2EFA4A3-E7FA-4D16-B78D-A4A2EADA3AB0}" type="pres">
      <dgm:prSet presAssocID="{7DE15ABB-3C56-4CA7-93C8-9A067339CEBC}" presName="vert1" presStyleCnt="0"/>
      <dgm:spPr/>
    </dgm:pt>
    <dgm:pt modelId="{849C34F6-2CBF-434D-8524-4084B92E4507}" type="pres">
      <dgm:prSet presAssocID="{F07F7617-AABB-4C2E-882E-FBB93432D33F}" presName="thickLine" presStyleLbl="alignNode1" presStyleIdx="4" presStyleCnt="17"/>
      <dgm:spPr/>
    </dgm:pt>
    <dgm:pt modelId="{4A0D5621-E660-4093-AE22-7DB87F5AC9B2}" type="pres">
      <dgm:prSet presAssocID="{F07F7617-AABB-4C2E-882E-FBB93432D33F}" presName="horz1" presStyleCnt="0"/>
      <dgm:spPr/>
    </dgm:pt>
    <dgm:pt modelId="{C3DDCB46-EBCB-4879-93A4-63879CDA0960}" type="pres">
      <dgm:prSet presAssocID="{F07F7617-AABB-4C2E-882E-FBB93432D33F}" presName="tx1" presStyleLbl="revTx" presStyleIdx="4" presStyleCnt="17"/>
      <dgm:spPr/>
    </dgm:pt>
    <dgm:pt modelId="{F1E6AE4D-6B87-4B1E-8028-6D1F70DCDE39}" type="pres">
      <dgm:prSet presAssocID="{F07F7617-AABB-4C2E-882E-FBB93432D33F}" presName="vert1" presStyleCnt="0"/>
      <dgm:spPr/>
    </dgm:pt>
    <dgm:pt modelId="{CD4A660F-8EBC-46A1-8B6A-8B492A4DA67D}" type="pres">
      <dgm:prSet presAssocID="{BEA18417-E436-4D51-918E-0E05C261BC50}" presName="thickLine" presStyleLbl="alignNode1" presStyleIdx="5" presStyleCnt="17"/>
      <dgm:spPr/>
    </dgm:pt>
    <dgm:pt modelId="{16DEFF24-F7FF-434B-9B55-238917AA97D6}" type="pres">
      <dgm:prSet presAssocID="{BEA18417-E436-4D51-918E-0E05C261BC50}" presName="horz1" presStyleCnt="0"/>
      <dgm:spPr/>
    </dgm:pt>
    <dgm:pt modelId="{4D1DD0A1-029C-4B99-A67E-39B8EA2C1C0A}" type="pres">
      <dgm:prSet presAssocID="{BEA18417-E436-4D51-918E-0E05C261BC50}" presName="tx1" presStyleLbl="revTx" presStyleIdx="5" presStyleCnt="17"/>
      <dgm:spPr/>
    </dgm:pt>
    <dgm:pt modelId="{BC737328-8D4B-45B6-B466-EA095BDA07E3}" type="pres">
      <dgm:prSet presAssocID="{BEA18417-E436-4D51-918E-0E05C261BC50}" presName="vert1" presStyleCnt="0"/>
      <dgm:spPr/>
    </dgm:pt>
    <dgm:pt modelId="{BAE92E4B-4009-430B-A575-797AA5ECFF39}" type="pres">
      <dgm:prSet presAssocID="{15CEBFBE-C428-4C4C-AEDC-BD8C0357656F}" presName="thickLine" presStyleLbl="alignNode1" presStyleIdx="6" presStyleCnt="17"/>
      <dgm:spPr/>
    </dgm:pt>
    <dgm:pt modelId="{8F618E55-10D5-4AFE-881E-F692D29B51E5}" type="pres">
      <dgm:prSet presAssocID="{15CEBFBE-C428-4C4C-AEDC-BD8C0357656F}" presName="horz1" presStyleCnt="0"/>
      <dgm:spPr/>
    </dgm:pt>
    <dgm:pt modelId="{A145A6D1-6D5D-46B9-AC12-39A2FAC78831}" type="pres">
      <dgm:prSet presAssocID="{15CEBFBE-C428-4C4C-AEDC-BD8C0357656F}" presName="tx1" presStyleLbl="revTx" presStyleIdx="6" presStyleCnt="17"/>
      <dgm:spPr/>
    </dgm:pt>
    <dgm:pt modelId="{23CDEDAC-1142-4DEA-BCCC-573E6DE43886}" type="pres">
      <dgm:prSet presAssocID="{15CEBFBE-C428-4C4C-AEDC-BD8C0357656F}" presName="vert1" presStyleCnt="0"/>
      <dgm:spPr/>
    </dgm:pt>
    <dgm:pt modelId="{7E23BBCE-1732-4232-A1D9-BA5E7C1E44D7}" type="pres">
      <dgm:prSet presAssocID="{62E36C84-B00B-4C51-B473-3B4115743A75}" presName="thickLine" presStyleLbl="alignNode1" presStyleIdx="7" presStyleCnt="17"/>
      <dgm:spPr/>
    </dgm:pt>
    <dgm:pt modelId="{612B4D57-FDDB-424F-87E6-303B4F07E770}" type="pres">
      <dgm:prSet presAssocID="{62E36C84-B00B-4C51-B473-3B4115743A75}" presName="horz1" presStyleCnt="0"/>
      <dgm:spPr/>
    </dgm:pt>
    <dgm:pt modelId="{F82D8487-9952-41B8-9A4D-0528E1F04F83}" type="pres">
      <dgm:prSet presAssocID="{62E36C84-B00B-4C51-B473-3B4115743A75}" presName="tx1" presStyleLbl="revTx" presStyleIdx="7" presStyleCnt="17"/>
      <dgm:spPr/>
    </dgm:pt>
    <dgm:pt modelId="{B2FB359F-D7CC-40D3-8501-6FB7866AF138}" type="pres">
      <dgm:prSet presAssocID="{62E36C84-B00B-4C51-B473-3B4115743A75}" presName="vert1" presStyleCnt="0"/>
      <dgm:spPr/>
    </dgm:pt>
    <dgm:pt modelId="{437F729E-0FD1-4374-BD70-A1802B845A6F}" type="pres">
      <dgm:prSet presAssocID="{0C2D1402-6AD5-43F1-AF2F-9006F20FF5B6}" presName="thickLine" presStyleLbl="alignNode1" presStyleIdx="8" presStyleCnt="17"/>
      <dgm:spPr/>
    </dgm:pt>
    <dgm:pt modelId="{579CC2BC-6878-45C4-BA2B-C6389DF9F7AE}" type="pres">
      <dgm:prSet presAssocID="{0C2D1402-6AD5-43F1-AF2F-9006F20FF5B6}" presName="horz1" presStyleCnt="0"/>
      <dgm:spPr/>
    </dgm:pt>
    <dgm:pt modelId="{02F0491C-ED68-4047-89A8-AEDAB9BF685A}" type="pres">
      <dgm:prSet presAssocID="{0C2D1402-6AD5-43F1-AF2F-9006F20FF5B6}" presName="tx1" presStyleLbl="revTx" presStyleIdx="8" presStyleCnt="17"/>
      <dgm:spPr/>
    </dgm:pt>
    <dgm:pt modelId="{5D1B8589-A273-4B25-B026-CD794B56322F}" type="pres">
      <dgm:prSet presAssocID="{0C2D1402-6AD5-43F1-AF2F-9006F20FF5B6}" presName="vert1" presStyleCnt="0"/>
      <dgm:spPr/>
    </dgm:pt>
    <dgm:pt modelId="{2CD41CB8-2896-449D-ABB0-8805EEB21FCB}" type="pres">
      <dgm:prSet presAssocID="{1443DD54-F9DE-4743-BC4A-772F46A6A871}" presName="thickLine" presStyleLbl="alignNode1" presStyleIdx="9" presStyleCnt="17"/>
      <dgm:spPr/>
    </dgm:pt>
    <dgm:pt modelId="{13EDD8F4-1495-47ED-A13C-3C1CE52D28B2}" type="pres">
      <dgm:prSet presAssocID="{1443DD54-F9DE-4743-BC4A-772F46A6A871}" presName="horz1" presStyleCnt="0"/>
      <dgm:spPr/>
    </dgm:pt>
    <dgm:pt modelId="{9C1BA5CB-8F33-460C-8F07-69B01FA8AF0E}" type="pres">
      <dgm:prSet presAssocID="{1443DD54-F9DE-4743-BC4A-772F46A6A871}" presName="tx1" presStyleLbl="revTx" presStyleIdx="9" presStyleCnt="17"/>
      <dgm:spPr/>
    </dgm:pt>
    <dgm:pt modelId="{1172933D-1B23-4C18-9F58-E2443E0F1E29}" type="pres">
      <dgm:prSet presAssocID="{1443DD54-F9DE-4743-BC4A-772F46A6A871}" presName="vert1" presStyleCnt="0"/>
      <dgm:spPr/>
    </dgm:pt>
    <dgm:pt modelId="{2104DA53-5B03-4C4B-A459-F0C50E11E80F}" type="pres">
      <dgm:prSet presAssocID="{D3612656-71A6-4411-BC96-06EB6F07F0AC}" presName="thickLine" presStyleLbl="alignNode1" presStyleIdx="10" presStyleCnt="17"/>
      <dgm:spPr/>
    </dgm:pt>
    <dgm:pt modelId="{A73EDB20-5815-4B7D-A5F8-D884CC4842E6}" type="pres">
      <dgm:prSet presAssocID="{D3612656-71A6-4411-BC96-06EB6F07F0AC}" presName="horz1" presStyleCnt="0"/>
      <dgm:spPr/>
    </dgm:pt>
    <dgm:pt modelId="{BD420A60-91B4-45C1-9A8A-BF7FB9D3F2A2}" type="pres">
      <dgm:prSet presAssocID="{D3612656-71A6-4411-BC96-06EB6F07F0AC}" presName="tx1" presStyleLbl="revTx" presStyleIdx="10" presStyleCnt="17"/>
      <dgm:spPr/>
    </dgm:pt>
    <dgm:pt modelId="{C5982AD2-AC2C-4FAA-8709-9D6E8EE234D8}" type="pres">
      <dgm:prSet presAssocID="{D3612656-71A6-4411-BC96-06EB6F07F0AC}" presName="vert1" presStyleCnt="0"/>
      <dgm:spPr/>
    </dgm:pt>
    <dgm:pt modelId="{6CC5DC7D-E06E-4B66-90EE-48ED82C0057D}" type="pres">
      <dgm:prSet presAssocID="{0A5C5B35-737A-4C13-9A07-572F9E8A3BDD}" presName="thickLine" presStyleLbl="alignNode1" presStyleIdx="11" presStyleCnt="17"/>
      <dgm:spPr/>
    </dgm:pt>
    <dgm:pt modelId="{63DF50CD-BF43-45F2-AC73-ED230BAEB78C}" type="pres">
      <dgm:prSet presAssocID="{0A5C5B35-737A-4C13-9A07-572F9E8A3BDD}" presName="horz1" presStyleCnt="0"/>
      <dgm:spPr/>
    </dgm:pt>
    <dgm:pt modelId="{08ABDFA0-4A02-4A12-B563-A8EB3DFBCD0F}" type="pres">
      <dgm:prSet presAssocID="{0A5C5B35-737A-4C13-9A07-572F9E8A3BDD}" presName="tx1" presStyleLbl="revTx" presStyleIdx="11" presStyleCnt="17"/>
      <dgm:spPr/>
    </dgm:pt>
    <dgm:pt modelId="{8ED57691-1EF7-4A67-84C0-E7B142F8C478}" type="pres">
      <dgm:prSet presAssocID="{0A5C5B35-737A-4C13-9A07-572F9E8A3BDD}" presName="vert1" presStyleCnt="0"/>
      <dgm:spPr/>
    </dgm:pt>
    <dgm:pt modelId="{991EF935-6CEF-48C6-8012-E88770BCC6B5}" type="pres">
      <dgm:prSet presAssocID="{B79AF4F9-F4A0-4158-B340-40B3CC54BF3A}" presName="thickLine" presStyleLbl="alignNode1" presStyleIdx="12" presStyleCnt="17"/>
      <dgm:spPr/>
    </dgm:pt>
    <dgm:pt modelId="{34A322F4-938D-4EA4-A7B8-6F3E6B69EA6B}" type="pres">
      <dgm:prSet presAssocID="{B79AF4F9-F4A0-4158-B340-40B3CC54BF3A}" presName="horz1" presStyleCnt="0"/>
      <dgm:spPr/>
    </dgm:pt>
    <dgm:pt modelId="{75892B01-4BD7-4BDC-8424-34415F81F4D5}" type="pres">
      <dgm:prSet presAssocID="{B79AF4F9-F4A0-4158-B340-40B3CC54BF3A}" presName="tx1" presStyleLbl="revTx" presStyleIdx="12" presStyleCnt="17"/>
      <dgm:spPr/>
    </dgm:pt>
    <dgm:pt modelId="{8A45396E-F601-4CEC-B784-54F63486FA2F}" type="pres">
      <dgm:prSet presAssocID="{B79AF4F9-F4A0-4158-B340-40B3CC54BF3A}" presName="vert1" presStyleCnt="0"/>
      <dgm:spPr/>
    </dgm:pt>
    <dgm:pt modelId="{0EFFE0FF-12B0-4BE9-AC07-E43F0E25E0B2}" type="pres">
      <dgm:prSet presAssocID="{2BFE6A53-CCED-4426-BE47-3B6FE61A0D06}" presName="thickLine" presStyleLbl="alignNode1" presStyleIdx="13" presStyleCnt="17"/>
      <dgm:spPr/>
    </dgm:pt>
    <dgm:pt modelId="{07030E32-4FC2-40D2-818E-682E1F1CD33F}" type="pres">
      <dgm:prSet presAssocID="{2BFE6A53-CCED-4426-BE47-3B6FE61A0D06}" presName="horz1" presStyleCnt="0"/>
      <dgm:spPr/>
    </dgm:pt>
    <dgm:pt modelId="{258CFBE2-118E-4EDB-8A84-C08E7FBDD962}" type="pres">
      <dgm:prSet presAssocID="{2BFE6A53-CCED-4426-BE47-3B6FE61A0D06}" presName="tx1" presStyleLbl="revTx" presStyleIdx="13" presStyleCnt="17"/>
      <dgm:spPr/>
    </dgm:pt>
    <dgm:pt modelId="{0DADEA1E-DF73-4D2F-8390-EB12FA3FF479}" type="pres">
      <dgm:prSet presAssocID="{2BFE6A53-CCED-4426-BE47-3B6FE61A0D06}" presName="vert1" presStyleCnt="0"/>
      <dgm:spPr/>
    </dgm:pt>
    <dgm:pt modelId="{579278CB-EC9B-420C-9505-FA42CE22034D}" type="pres">
      <dgm:prSet presAssocID="{F90DC8D3-40B5-49CC-B531-CF53BE4689E2}" presName="thickLine" presStyleLbl="alignNode1" presStyleIdx="14" presStyleCnt="17"/>
      <dgm:spPr/>
    </dgm:pt>
    <dgm:pt modelId="{112DA79F-CB3F-4304-9A05-EBD80600CC20}" type="pres">
      <dgm:prSet presAssocID="{F90DC8D3-40B5-49CC-B531-CF53BE4689E2}" presName="horz1" presStyleCnt="0"/>
      <dgm:spPr/>
    </dgm:pt>
    <dgm:pt modelId="{9D6D29B7-5B65-441D-8441-D07770E39061}" type="pres">
      <dgm:prSet presAssocID="{F90DC8D3-40B5-49CC-B531-CF53BE4689E2}" presName="tx1" presStyleLbl="revTx" presStyleIdx="14" presStyleCnt="17"/>
      <dgm:spPr/>
    </dgm:pt>
    <dgm:pt modelId="{C0397D8E-9161-4938-8147-70DA627CCD7E}" type="pres">
      <dgm:prSet presAssocID="{F90DC8D3-40B5-49CC-B531-CF53BE4689E2}" presName="vert1" presStyleCnt="0"/>
      <dgm:spPr/>
    </dgm:pt>
    <dgm:pt modelId="{D90BE15C-4C74-48CE-8A42-EC75EF389063}" type="pres">
      <dgm:prSet presAssocID="{235C729A-2F6F-4238-B9DA-00BAFC900ED9}" presName="thickLine" presStyleLbl="alignNode1" presStyleIdx="15" presStyleCnt="17"/>
      <dgm:spPr/>
    </dgm:pt>
    <dgm:pt modelId="{FEDA1B1A-8A15-4648-BCB0-007510D26D42}" type="pres">
      <dgm:prSet presAssocID="{235C729A-2F6F-4238-B9DA-00BAFC900ED9}" presName="horz1" presStyleCnt="0"/>
      <dgm:spPr/>
    </dgm:pt>
    <dgm:pt modelId="{21E49774-5C59-47DE-9F2E-931BED83EF9C}" type="pres">
      <dgm:prSet presAssocID="{235C729A-2F6F-4238-B9DA-00BAFC900ED9}" presName="tx1" presStyleLbl="revTx" presStyleIdx="15" presStyleCnt="17"/>
      <dgm:spPr/>
    </dgm:pt>
    <dgm:pt modelId="{503929F2-5BA0-4491-AF00-85C96081F879}" type="pres">
      <dgm:prSet presAssocID="{235C729A-2F6F-4238-B9DA-00BAFC900ED9}" presName="vert1" presStyleCnt="0"/>
      <dgm:spPr/>
    </dgm:pt>
    <dgm:pt modelId="{11544F9D-CD0A-409F-9152-021E541CBFF5}" type="pres">
      <dgm:prSet presAssocID="{C1C483BD-7D86-4462-86E0-FC63F6E4E087}" presName="thickLine" presStyleLbl="alignNode1" presStyleIdx="16" presStyleCnt="17"/>
      <dgm:spPr/>
    </dgm:pt>
    <dgm:pt modelId="{5B9CA413-4402-4F07-899B-F5F34DCFEB61}" type="pres">
      <dgm:prSet presAssocID="{C1C483BD-7D86-4462-86E0-FC63F6E4E087}" presName="horz1" presStyleCnt="0"/>
      <dgm:spPr/>
    </dgm:pt>
    <dgm:pt modelId="{1BBB9038-6D59-4DF6-8B4B-AE885561B98A}" type="pres">
      <dgm:prSet presAssocID="{C1C483BD-7D86-4462-86E0-FC63F6E4E087}" presName="tx1" presStyleLbl="revTx" presStyleIdx="16" presStyleCnt="17"/>
      <dgm:spPr/>
    </dgm:pt>
    <dgm:pt modelId="{429DE8DE-8A25-4711-BDB8-0B89FCB31839}" type="pres">
      <dgm:prSet presAssocID="{C1C483BD-7D86-4462-86E0-FC63F6E4E087}" presName="vert1" presStyleCnt="0"/>
      <dgm:spPr/>
    </dgm:pt>
  </dgm:ptLst>
  <dgm:cxnLst>
    <dgm:cxn modelId="{760A5B0E-0270-4802-93F3-1FD5618B7883}" srcId="{9EFEE863-A674-4F2F-BEA7-F545A25B5E8F}" destId="{1443DD54-F9DE-4743-BC4A-772F46A6A871}" srcOrd="9" destOrd="0" parTransId="{CE0BF954-4A89-4412-844F-FCE500386408}" sibTransId="{2BB3A03D-CB27-4E46-8B18-C165373625F2}"/>
    <dgm:cxn modelId="{82553011-F2AB-4A0B-8268-C306E3C6F1D9}" srcId="{9EFEE863-A674-4F2F-BEA7-F545A25B5E8F}" destId="{D3612656-71A6-4411-BC96-06EB6F07F0AC}" srcOrd="10" destOrd="0" parTransId="{FF88FC91-302B-42B8-A0C3-1D630A0F240E}" sibTransId="{01118FDA-56F5-467E-A60E-33B3E1F819AF}"/>
    <dgm:cxn modelId="{005CFC15-6EB3-4C14-9D74-64291B02958E}" type="presOf" srcId="{62E36C84-B00B-4C51-B473-3B4115743A75}" destId="{F82D8487-9952-41B8-9A4D-0528E1F04F83}" srcOrd="0" destOrd="0" presId="urn:microsoft.com/office/officeart/2008/layout/LinedList"/>
    <dgm:cxn modelId="{7A4E401C-A662-4ED7-82A8-12C4EEFF71A0}" srcId="{9EFEE863-A674-4F2F-BEA7-F545A25B5E8F}" destId="{C3AE1432-F748-4C4B-B757-A6966C799AAC}" srcOrd="0" destOrd="0" parTransId="{B6B9451D-343A-4037-995F-0386C43D6479}" sibTransId="{D25A8291-4853-42D8-B897-F744B4E16FAF}"/>
    <dgm:cxn modelId="{5726101E-7478-4D60-8540-7939B41E062B}" type="presOf" srcId="{9EFEE863-A674-4F2F-BEA7-F545A25B5E8F}" destId="{F4DB5959-7C53-48B7-9482-06CB3A7F4937}" srcOrd="0" destOrd="0" presId="urn:microsoft.com/office/officeart/2008/layout/LinedList"/>
    <dgm:cxn modelId="{652C6C5C-A35E-4E85-9C90-04D8086454E0}" type="presOf" srcId="{2BFE6A53-CCED-4426-BE47-3B6FE61A0D06}" destId="{258CFBE2-118E-4EDB-8A84-C08E7FBDD962}" srcOrd="0" destOrd="0" presId="urn:microsoft.com/office/officeart/2008/layout/LinedList"/>
    <dgm:cxn modelId="{03B1BD62-BC80-4328-961F-BBD44313016E}" srcId="{9EFEE863-A674-4F2F-BEA7-F545A25B5E8F}" destId="{7DE15ABB-3C56-4CA7-93C8-9A067339CEBC}" srcOrd="3" destOrd="0" parTransId="{E2FED909-195D-4466-804B-FED0D8E2BA1A}" sibTransId="{FDDD668F-B407-41DF-AC67-4877EC5EA364}"/>
    <dgm:cxn modelId="{6092C544-36FA-4413-A5AA-2C91F67DD408}" type="presOf" srcId="{F07F7617-AABB-4C2E-882E-FBB93432D33F}" destId="{C3DDCB46-EBCB-4879-93A4-63879CDA0960}" srcOrd="0" destOrd="0" presId="urn:microsoft.com/office/officeart/2008/layout/LinedList"/>
    <dgm:cxn modelId="{98E2ED45-798E-42C3-9872-9E4B4CA51098}" type="presOf" srcId="{0C2D1402-6AD5-43F1-AF2F-9006F20FF5B6}" destId="{02F0491C-ED68-4047-89A8-AEDAB9BF685A}" srcOrd="0" destOrd="0" presId="urn:microsoft.com/office/officeart/2008/layout/LinedList"/>
    <dgm:cxn modelId="{0694D466-EB20-45E7-B984-F7D886D2C8D2}" type="presOf" srcId="{7DE15ABB-3C56-4CA7-93C8-9A067339CEBC}" destId="{150D2DFB-68CA-4A8A-9F31-1C672864CB2F}" srcOrd="0" destOrd="0" presId="urn:microsoft.com/office/officeart/2008/layout/LinedList"/>
    <dgm:cxn modelId="{644D2647-47F0-4993-B22A-312A349679EE}" type="presOf" srcId="{C1C483BD-7D86-4462-86E0-FC63F6E4E087}" destId="{1BBB9038-6D59-4DF6-8B4B-AE885561B98A}" srcOrd="0" destOrd="0" presId="urn:microsoft.com/office/officeart/2008/layout/LinedList"/>
    <dgm:cxn modelId="{1F96286B-5650-4E3E-BAD7-AE9F693C1E90}" srcId="{9EFEE863-A674-4F2F-BEA7-F545A25B5E8F}" destId="{235C729A-2F6F-4238-B9DA-00BAFC900ED9}" srcOrd="15" destOrd="0" parTransId="{6910A240-D603-4E40-8E54-CBC780037218}" sibTransId="{FB5810CB-F6D9-4275-85E9-0E061F06E0F9}"/>
    <dgm:cxn modelId="{8A7EA650-7C50-439A-BAE3-2077C1293744}" srcId="{9EFEE863-A674-4F2F-BEA7-F545A25B5E8F}" destId="{62E36C84-B00B-4C51-B473-3B4115743A75}" srcOrd="7" destOrd="0" parTransId="{7382C938-9267-4DB9-9055-9ADFBF2BFCC7}" sibTransId="{31F4B008-C7CD-41CB-BA4B-51E899CBB94F}"/>
    <dgm:cxn modelId="{B3D41C7E-FC43-42FF-8BD0-F147134C5E5B}" srcId="{9EFEE863-A674-4F2F-BEA7-F545A25B5E8F}" destId="{B2540E78-1085-4AA6-B71A-938BBDA5D540}" srcOrd="1" destOrd="0" parTransId="{93A74445-EF36-4DF8-82C2-C77D362B3EB1}" sibTransId="{D4500522-F067-4869-86A3-D3528071D9B9}"/>
    <dgm:cxn modelId="{25EA517E-5BF8-49DC-B10B-CCAE6FD4248F}" srcId="{9EFEE863-A674-4F2F-BEA7-F545A25B5E8F}" destId="{15CEBFBE-C428-4C4C-AEDC-BD8C0357656F}" srcOrd="6" destOrd="0" parTransId="{3D71AAD6-C947-4907-BE89-54783FDC5F47}" sibTransId="{A89CB356-2D10-4F71-8118-B525CFE0AEC3}"/>
    <dgm:cxn modelId="{5311DF7E-1621-4F8B-BA19-D618FBC43DB6}" type="presOf" srcId="{D3612656-71A6-4411-BC96-06EB6F07F0AC}" destId="{BD420A60-91B4-45C1-9A8A-BF7FB9D3F2A2}" srcOrd="0" destOrd="0" presId="urn:microsoft.com/office/officeart/2008/layout/LinedList"/>
    <dgm:cxn modelId="{D254E38C-8B28-4922-95CC-A7A8435D4B4C}" type="presOf" srcId="{15CEBFBE-C428-4C4C-AEDC-BD8C0357656F}" destId="{A145A6D1-6D5D-46B9-AC12-39A2FAC78831}" srcOrd="0" destOrd="0" presId="urn:microsoft.com/office/officeart/2008/layout/LinedList"/>
    <dgm:cxn modelId="{C36DFF91-D4EB-492D-99DD-2C2DAC66E967}" type="presOf" srcId="{F90DC8D3-40B5-49CC-B531-CF53BE4689E2}" destId="{9D6D29B7-5B65-441D-8441-D07770E39061}" srcOrd="0" destOrd="0" presId="urn:microsoft.com/office/officeart/2008/layout/LinedList"/>
    <dgm:cxn modelId="{6B3E1692-C053-44EE-B9B1-B739ADCC71BF}" type="presOf" srcId="{B2540E78-1085-4AA6-B71A-938BBDA5D540}" destId="{1C8C0B8C-48B5-446E-A6F2-B9A0FA3B135E}" srcOrd="0" destOrd="0" presId="urn:microsoft.com/office/officeart/2008/layout/LinedList"/>
    <dgm:cxn modelId="{5131F89C-CCB9-4AC7-B24E-F82F8D9803A8}" type="presOf" srcId="{C3AE1432-F748-4C4B-B757-A6966C799AAC}" destId="{5B3BCD90-4E31-411F-88FD-DA7B0DDEA561}" srcOrd="0" destOrd="0" presId="urn:microsoft.com/office/officeart/2008/layout/LinedList"/>
    <dgm:cxn modelId="{E35D7CA7-A042-4946-8BD7-6989586331B3}" type="presOf" srcId="{1443DD54-F9DE-4743-BC4A-772F46A6A871}" destId="{9C1BA5CB-8F33-460C-8F07-69B01FA8AF0E}" srcOrd="0" destOrd="0" presId="urn:microsoft.com/office/officeart/2008/layout/LinedList"/>
    <dgm:cxn modelId="{869636AD-CB67-481A-91F0-BCAC2D56465B}" srcId="{9EFEE863-A674-4F2F-BEA7-F545A25B5E8F}" destId="{F90DC8D3-40B5-49CC-B531-CF53BE4689E2}" srcOrd="14" destOrd="0" parTransId="{623B6806-626C-48E2-B516-EA2EA7067480}" sibTransId="{641BC695-6AB4-4DBE-AD49-C280359DC3E0}"/>
    <dgm:cxn modelId="{3AFD6EB1-C43D-4E3A-8DDB-C2AD0B4F0513}" type="presOf" srcId="{BEA18417-E436-4D51-918E-0E05C261BC50}" destId="{4D1DD0A1-029C-4B99-A67E-39B8EA2C1C0A}" srcOrd="0" destOrd="0" presId="urn:microsoft.com/office/officeart/2008/layout/LinedList"/>
    <dgm:cxn modelId="{158AFFB3-ECBC-4A1C-9258-9CA5096A5154}" srcId="{9EFEE863-A674-4F2F-BEA7-F545A25B5E8F}" destId="{F07F7617-AABB-4C2E-882E-FBB93432D33F}" srcOrd="4" destOrd="0" parTransId="{42E96FA4-4D20-4A49-B371-886F14F950EA}" sibTransId="{F5174BA0-75E6-416A-A08F-DABA0E895A9A}"/>
    <dgm:cxn modelId="{2C31A5B6-F3C7-48C7-B9EA-D4C1E770320F}" type="presOf" srcId="{235C729A-2F6F-4238-B9DA-00BAFC900ED9}" destId="{21E49774-5C59-47DE-9F2E-931BED83EF9C}" srcOrd="0" destOrd="0" presId="urn:microsoft.com/office/officeart/2008/layout/LinedList"/>
    <dgm:cxn modelId="{576E0BC6-E0DB-487A-907A-505B2AA837BF}" srcId="{9EFEE863-A674-4F2F-BEA7-F545A25B5E8F}" destId="{B79AF4F9-F4A0-4158-B340-40B3CC54BF3A}" srcOrd="12" destOrd="0" parTransId="{EB66D31E-B5D3-4908-88E7-B7C2A20FE132}" sibTransId="{99A64546-8495-4520-BF92-9866D21EB385}"/>
    <dgm:cxn modelId="{A35969D2-94A0-43C9-877E-D59F348F6F84}" type="presOf" srcId="{5E9A838B-0BD0-46B3-AF2D-43F476973F61}" destId="{EC3E919B-F8E7-4C2A-8DC5-91B130D957BC}" srcOrd="0" destOrd="0" presId="urn:microsoft.com/office/officeart/2008/layout/LinedList"/>
    <dgm:cxn modelId="{AF1B45D4-9826-4CDF-9BCE-9594EF586FB7}" type="presOf" srcId="{0A5C5B35-737A-4C13-9A07-572F9E8A3BDD}" destId="{08ABDFA0-4A02-4A12-B563-A8EB3DFBCD0F}" srcOrd="0" destOrd="0" presId="urn:microsoft.com/office/officeart/2008/layout/LinedList"/>
    <dgm:cxn modelId="{A92DAFD4-C4B7-4B2D-A2BC-46078B94905E}" srcId="{9EFEE863-A674-4F2F-BEA7-F545A25B5E8F}" destId="{BEA18417-E436-4D51-918E-0E05C261BC50}" srcOrd="5" destOrd="0" parTransId="{8CD98706-5B9B-4A3D-A38B-8DBA0FD658B2}" sibTransId="{A8B997AA-A3BF-4487-9178-90F6EB03FC30}"/>
    <dgm:cxn modelId="{76D9E9DC-3281-4FD0-920C-E4AC408A16B8}" type="presOf" srcId="{B79AF4F9-F4A0-4158-B340-40B3CC54BF3A}" destId="{75892B01-4BD7-4BDC-8424-34415F81F4D5}" srcOrd="0" destOrd="0" presId="urn:microsoft.com/office/officeart/2008/layout/LinedList"/>
    <dgm:cxn modelId="{2AB778E2-5D4E-4786-A939-94EDC96A9C07}" srcId="{9EFEE863-A674-4F2F-BEA7-F545A25B5E8F}" destId="{0A5C5B35-737A-4C13-9A07-572F9E8A3BDD}" srcOrd="11" destOrd="0" parTransId="{1D57B3F9-23F0-4876-9B71-FA4F18DFAA27}" sibTransId="{EC2E278F-B314-48AB-BA95-483D2A2D46FA}"/>
    <dgm:cxn modelId="{DAFB0AF3-C475-44CD-95A2-2B2417A4CDE4}" srcId="{9EFEE863-A674-4F2F-BEA7-F545A25B5E8F}" destId="{0C2D1402-6AD5-43F1-AF2F-9006F20FF5B6}" srcOrd="8" destOrd="0" parTransId="{A1EC6DE5-A37E-4CC4-AB1D-725E2122F390}" sibTransId="{2D7BA1E7-F1EC-476E-80E9-7614C2694F3C}"/>
    <dgm:cxn modelId="{453341F5-C9F9-489D-BA95-D25092DE45AE}" srcId="{9EFEE863-A674-4F2F-BEA7-F545A25B5E8F}" destId="{5E9A838B-0BD0-46B3-AF2D-43F476973F61}" srcOrd="2" destOrd="0" parTransId="{710483DC-75A3-4E66-BF63-9D3CFC9AAB84}" sibTransId="{1C32575B-8F6A-46EA-94D3-00934821E296}"/>
    <dgm:cxn modelId="{1354D6F5-3254-47B9-B23E-59D44B0FB41F}" srcId="{9EFEE863-A674-4F2F-BEA7-F545A25B5E8F}" destId="{C1C483BD-7D86-4462-86E0-FC63F6E4E087}" srcOrd="16" destOrd="0" parTransId="{5FD9BB03-7BEB-4A04-8A3D-27EE45C83418}" sibTransId="{DF74F7A0-04E0-48EB-A406-2F0133D84ED5}"/>
    <dgm:cxn modelId="{1B256CFC-D9A3-4221-82D4-1F3F81F356FF}" srcId="{9EFEE863-A674-4F2F-BEA7-F545A25B5E8F}" destId="{2BFE6A53-CCED-4426-BE47-3B6FE61A0D06}" srcOrd="13" destOrd="0" parTransId="{082D1FF8-F077-42A6-96CC-AF0052C84D3A}" sibTransId="{1F4F363C-1581-4CFF-A850-AAFE0D5364A0}"/>
    <dgm:cxn modelId="{BDDACCCD-F295-4AEF-8E95-7CD7008152C5}" type="presParOf" srcId="{F4DB5959-7C53-48B7-9482-06CB3A7F4937}" destId="{8791A917-BC90-41A9-AE46-8DE239B2FDEA}" srcOrd="0" destOrd="0" presId="urn:microsoft.com/office/officeart/2008/layout/LinedList"/>
    <dgm:cxn modelId="{8A0AB2FA-F026-4E90-9B3B-25770F79B339}" type="presParOf" srcId="{F4DB5959-7C53-48B7-9482-06CB3A7F4937}" destId="{DA82ECBB-6FA3-4921-914D-631912B21834}" srcOrd="1" destOrd="0" presId="urn:microsoft.com/office/officeart/2008/layout/LinedList"/>
    <dgm:cxn modelId="{4D61912E-6B44-4BFE-9692-751489FC8978}" type="presParOf" srcId="{DA82ECBB-6FA3-4921-914D-631912B21834}" destId="{5B3BCD90-4E31-411F-88FD-DA7B0DDEA561}" srcOrd="0" destOrd="0" presId="urn:microsoft.com/office/officeart/2008/layout/LinedList"/>
    <dgm:cxn modelId="{A7404FED-E541-421E-AAB8-9A7150F0099C}" type="presParOf" srcId="{DA82ECBB-6FA3-4921-914D-631912B21834}" destId="{808AE31D-3941-4CA2-8B10-ACED5C8E1E79}" srcOrd="1" destOrd="0" presId="urn:microsoft.com/office/officeart/2008/layout/LinedList"/>
    <dgm:cxn modelId="{84B5C5CC-1050-40E0-B4A3-3343D86AD866}" type="presParOf" srcId="{F4DB5959-7C53-48B7-9482-06CB3A7F4937}" destId="{9A063722-49EF-4E94-AA5E-D95A11BE3422}" srcOrd="2" destOrd="0" presId="urn:microsoft.com/office/officeart/2008/layout/LinedList"/>
    <dgm:cxn modelId="{CD736998-932D-4224-83D3-2C7B358A0678}" type="presParOf" srcId="{F4DB5959-7C53-48B7-9482-06CB3A7F4937}" destId="{E2CF1900-7606-4580-9871-C6F15FB60F77}" srcOrd="3" destOrd="0" presId="urn:microsoft.com/office/officeart/2008/layout/LinedList"/>
    <dgm:cxn modelId="{0A506586-CBD4-4C35-B73D-9FD259248DB8}" type="presParOf" srcId="{E2CF1900-7606-4580-9871-C6F15FB60F77}" destId="{1C8C0B8C-48B5-446E-A6F2-B9A0FA3B135E}" srcOrd="0" destOrd="0" presId="urn:microsoft.com/office/officeart/2008/layout/LinedList"/>
    <dgm:cxn modelId="{5525E20A-E0C2-4914-ACCB-1752D63BFBD8}" type="presParOf" srcId="{E2CF1900-7606-4580-9871-C6F15FB60F77}" destId="{63DF997A-EE76-45D3-AE02-8D8ED8ECE2CA}" srcOrd="1" destOrd="0" presId="urn:microsoft.com/office/officeart/2008/layout/LinedList"/>
    <dgm:cxn modelId="{237F2F62-D72E-4599-8422-D66DE2E9EB91}" type="presParOf" srcId="{F4DB5959-7C53-48B7-9482-06CB3A7F4937}" destId="{60DE4F29-DE7D-461D-AEA6-F868C7564714}" srcOrd="4" destOrd="0" presId="urn:microsoft.com/office/officeart/2008/layout/LinedList"/>
    <dgm:cxn modelId="{D9054047-D821-4811-BFFD-11C562482B35}" type="presParOf" srcId="{F4DB5959-7C53-48B7-9482-06CB3A7F4937}" destId="{A08FF799-6738-442A-900B-A61D04F4A01E}" srcOrd="5" destOrd="0" presId="urn:microsoft.com/office/officeart/2008/layout/LinedList"/>
    <dgm:cxn modelId="{8E576606-3528-4C94-A07F-C46B6E5EF034}" type="presParOf" srcId="{A08FF799-6738-442A-900B-A61D04F4A01E}" destId="{EC3E919B-F8E7-4C2A-8DC5-91B130D957BC}" srcOrd="0" destOrd="0" presId="urn:microsoft.com/office/officeart/2008/layout/LinedList"/>
    <dgm:cxn modelId="{28CA0EE9-883B-41E6-9C1F-6FF70030349A}" type="presParOf" srcId="{A08FF799-6738-442A-900B-A61D04F4A01E}" destId="{FD7A1FB4-E8D9-4309-9E30-619C6B6DDF23}" srcOrd="1" destOrd="0" presId="urn:microsoft.com/office/officeart/2008/layout/LinedList"/>
    <dgm:cxn modelId="{2E68BA81-FF57-4FBD-B595-7D8C6BEA921E}" type="presParOf" srcId="{F4DB5959-7C53-48B7-9482-06CB3A7F4937}" destId="{778DA809-5AF6-48C4-9D83-35476D2FB162}" srcOrd="6" destOrd="0" presId="urn:microsoft.com/office/officeart/2008/layout/LinedList"/>
    <dgm:cxn modelId="{D389C2A5-0458-42F5-A7DB-6C985517AC23}" type="presParOf" srcId="{F4DB5959-7C53-48B7-9482-06CB3A7F4937}" destId="{5AD20508-14AE-41F2-862D-124C93509784}" srcOrd="7" destOrd="0" presId="urn:microsoft.com/office/officeart/2008/layout/LinedList"/>
    <dgm:cxn modelId="{110360C8-04A9-4E72-900B-625F00276922}" type="presParOf" srcId="{5AD20508-14AE-41F2-862D-124C93509784}" destId="{150D2DFB-68CA-4A8A-9F31-1C672864CB2F}" srcOrd="0" destOrd="0" presId="urn:microsoft.com/office/officeart/2008/layout/LinedList"/>
    <dgm:cxn modelId="{6EAABC9F-8457-4B0C-8154-CA97D0A2697F}" type="presParOf" srcId="{5AD20508-14AE-41F2-862D-124C93509784}" destId="{D2EFA4A3-E7FA-4D16-B78D-A4A2EADA3AB0}" srcOrd="1" destOrd="0" presId="urn:microsoft.com/office/officeart/2008/layout/LinedList"/>
    <dgm:cxn modelId="{A6CB7FDB-E0C1-4B71-9C2C-A971D70FCD29}" type="presParOf" srcId="{F4DB5959-7C53-48B7-9482-06CB3A7F4937}" destId="{849C34F6-2CBF-434D-8524-4084B92E4507}" srcOrd="8" destOrd="0" presId="urn:microsoft.com/office/officeart/2008/layout/LinedList"/>
    <dgm:cxn modelId="{40842989-B03D-47ED-ACDB-DBADE970ECF3}" type="presParOf" srcId="{F4DB5959-7C53-48B7-9482-06CB3A7F4937}" destId="{4A0D5621-E660-4093-AE22-7DB87F5AC9B2}" srcOrd="9" destOrd="0" presId="urn:microsoft.com/office/officeart/2008/layout/LinedList"/>
    <dgm:cxn modelId="{83481073-DB78-431B-B5F2-75CCEA6417D5}" type="presParOf" srcId="{4A0D5621-E660-4093-AE22-7DB87F5AC9B2}" destId="{C3DDCB46-EBCB-4879-93A4-63879CDA0960}" srcOrd="0" destOrd="0" presId="urn:microsoft.com/office/officeart/2008/layout/LinedList"/>
    <dgm:cxn modelId="{36F262FB-FF13-49A0-8FA2-369608189C3C}" type="presParOf" srcId="{4A0D5621-E660-4093-AE22-7DB87F5AC9B2}" destId="{F1E6AE4D-6B87-4B1E-8028-6D1F70DCDE39}" srcOrd="1" destOrd="0" presId="urn:microsoft.com/office/officeart/2008/layout/LinedList"/>
    <dgm:cxn modelId="{FC3642F4-406B-4D1C-AD9B-6E98D49DCF82}" type="presParOf" srcId="{F4DB5959-7C53-48B7-9482-06CB3A7F4937}" destId="{CD4A660F-8EBC-46A1-8B6A-8B492A4DA67D}" srcOrd="10" destOrd="0" presId="urn:microsoft.com/office/officeart/2008/layout/LinedList"/>
    <dgm:cxn modelId="{DF170E72-638B-48BA-B744-52137365E6BA}" type="presParOf" srcId="{F4DB5959-7C53-48B7-9482-06CB3A7F4937}" destId="{16DEFF24-F7FF-434B-9B55-238917AA97D6}" srcOrd="11" destOrd="0" presId="urn:microsoft.com/office/officeart/2008/layout/LinedList"/>
    <dgm:cxn modelId="{C179C0D0-1637-4675-84B2-303110BE4832}" type="presParOf" srcId="{16DEFF24-F7FF-434B-9B55-238917AA97D6}" destId="{4D1DD0A1-029C-4B99-A67E-39B8EA2C1C0A}" srcOrd="0" destOrd="0" presId="urn:microsoft.com/office/officeart/2008/layout/LinedList"/>
    <dgm:cxn modelId="{A3E663B7-6DE5-4082-BE2E-8E957E17297C}" type="presParOf" srcId="{16DEFF24-F7FF-434B-9B55-238917AA97D6}" destId="{BC737328-8D4B-45B6-B466-EA095BDA07E3}" srcOrd="1" destOrd="0" presId="urn:microsoft.com/office/officeart/2008/layout/LinedList"/>
    <dgm:cxn modelId="{44703BA1-BFFC-4B04-B8A6-D94F161AEFA1}" type="presParOf" srcId="{F4DB5959-7C53-48B7-9482-06CB3A7F4937}" destId="{BAE92E4B-4009-430B-A575-797AA5ECFF39}" srcOrd="12" destOrd="0" presId="urn:microsoft.com/office/officeart/2008/layout/LinedList"/>
    <dgm:cxn modelId="{FE42316F-164D-4F67-9069-83076AF9837B}" type="presParOf" srcId="{F4DB5959-7C53-48B7-9482-06CB3A7F4937}" destId="{8F618E55-10D5-4AFE-881E-F692D29B51E5}" srcOrd="13" destOrd="0" presId="urn:microsoft.com/office/officeart/2008/layout/LinedList"/>
    <dgm:cxn modelId="{CABD2021-478E-4EC9-ADCF-A2522A608D94}" type="presParOf" srcId="{8F618E55-10D5-4AFE-881E-F692D29B51E5}" destId="{A145A6D1-6D5D-46B9-AC12-39A2FAC78831}" srcOrd="0" destOrd="0" presId="urn:microsoft.com/office/officeart/2008/layout/LinedList"/>
    <dgm:cxn modelId="{5AD0A544-35B1-48CD-8FD6-2D15E3C97F8D}" type="presParOf" srcId="{8F618E55-10D5-4AFE-881E-F692D29B51E5}" destId="{23CDEDAC-1142-4DEA-BCCC-573E6DE43886}" srcOrd="1" destOrd="0" presId="urn:microsoft.com/office/officeart/2008/layout/LinedList"/>
    <dgm:cxn modelId="{FE38C523-68EB-4029-B1BE-A4318B91B9D5}" type="presParOf" srcId="{F4DB5959-7C53-48B7-9482-06CB3A7F4937}" destId="{7E23BBCE-1732-4232-A1D9-BA5E7C1E44D7}" srcOrd="14" destOrd="0" presId="urn:microsoft.com/office/officeart/2008/layout/LinedList"/>
    <dgm:cxn modelId="{3720E885-2747-46B9-98F4-0499930C4537}" type="presParOf" srcId="{F4DB5959-7C53-48B7-9482-06CB3A7F4937}" destId="{612B4D57-FDDB-424F-87E6-303B4F07E770}" srcOrd="15" destOrd="0" presId="urn:microsoft.com/office/officeart/2008/layout/LinedList"/>
    <dgm:cxn modelId="{653BE876-85EB-43D8-9344-3D57BEE02295}" type="presParOf" srcId="{612B4D57-FDDB-424F-87E6-303B4F07E770}" destId="{F82D8487-9952-41B8-9A4D-0528E1F04F83}" srcOrd="0" destOrd="0" presId="urn:microsoft.com/office/officeart/2008/layout/LinedList"/>
    <dgm:cxn modelId="{2A1F6E6F-D205-4AB2-8138-EE71D240F808}" type="presParOf" srcId="{612B4D57-FDDB-424F-87E6-303B4F07E770}" destId="{B2FB359F-D7CC-40D3-8501-6FB7866AF138}" srcOrd="1" destOrd="0" presId="urn:microsoft.com/office/officeart/2008/layout/LinedList"/>
    <dgm:cxn modelId="{9F8832A5-53F8-45DE-B108-8ACCF24E209B}" type="presParOf" srcId="{F4DB5959-7C53-48B7-9482-06CB3A7F4937}" destId="{437F729E-0FD1-4374-BD70-A1802B845A6F}" srcOrd="16" destOrd="0" presId="urn:microsoft.com/office/officeart/2008/layout/LinedList"/>
    <dgm:cxn modelId="{129631B8-F3FF-4D56-B94C-263DFDFFDE6D}" type="presParOf" srcId="{F4DB5959-7C53-48B7-9482-06CB3A7F4937}" destId="{579CC2BC-6878-45C4-BA2B-C6389DF9F7AE}" srcOrd="17" destOrd="0" presId="urn:microsoft.com/office/officeart/2008/layout/LinedList"/>
    <dgm:cxn modelId="{B7EAB421-2DCF-4039-BE82-57992EF4C429}" type="presParOf" srcId="{579CC2BC-6878-45C4-BA2B-C6389DF9F7AE}" destId="{02F0491C-ED68-4047-89A8-AEDAB9BF685A}" srcOrd="0" destOrd="0" presId="urn:microsoft.com/office/officeart/2008/layout/LinedList"/>
    <dgm:cxn modelId="{144C6B35-CA1C-4996-A7F7-44C4763B197A}" type="presParOf" srcId="{579CC2BC-6878-45C4-BA2B-C6389DF9F7AE}" destId="{5D1B8589-A273-4B25-B026-CD794B56322F}" srcOrd="1" destOrd="0" presId="urn:microsoft.com/office/officeart/2008/layout/LinedList"/>
    <dgm:cxn modelId="{B2425658-07D5-4E32-8C5D-505F8E2D2DD0}" type="presParOf" srcId="{F4DB5959-7C53-48B7-9482-06CB3A7F4937}" destId="{2CD41CB8-2896-449D-ABB0-8805EEB21FCB}" srcOrd="18" destOrd="0" presId="urn:microsoft.com/office/officeart/2008/layout/LinedList"/>
    <dgm:cxn modelId="{0987C846-7A13-4705-8EC8-9A0DD162E80F}" type="presParOf" srcId="{F4DB5959-7C53-48B7-9482-06CB3A7F4937}" destId="{13EDD8F4-1495-47ED-A13C-3C1CE52D28B2}" srcOrd="19" destOrd="0" presId="urn:microsoft.com/office/officeart/2008/layout/LinedList"/>
    <dgm:cxn modelId="{58651964-0ED0-4E73-A4C1-1F5E76FC64A0}" type="presParOf" srcId="{13EDD8F4-1495-47ED-A13C-3C1CE52D28B2}" destId="{9C1BA5CB-8F33-460C-8F07-69B01FA8AF0E}" srcOrd="0" destOrd="0" presId="urn:microsoft.com/office/officeart/2008/layout/LinedList"/>
    <dgm:cxn modelId="{11F04628-814B-4B97-9170-7EF597D3A48F}" type="presParOf" srcId="{13EDD8F4-1495-47ED-A13C-3C1CE52D28B2}" destId="{1172933D-1B23-4C18-9F58-E2443E0F1E29}" srcOrd="1" destOrd="0" presId="urn:microsoft.com/office/officeart/2008/layout/LinedList"/>
    <dgm:cxn modelId="{A4180F2F-0427-4821-B150-EF3D282D6236}" type="presParOf" srcId="{F4DB5959-7C53-48B7-9482-06CB3A7F4937}" destId="{2104DA53-5B03-4C4B-A459-F0C50E11E80F}" srcOrd="20" destOrd="0" presId="urn:microsoft.com/office/officeart/2008/layout/LinedList"/>
    <dgm:cxn modelId="{C6E43A90-0EE1-497D-B444-F9E0EB4E7B66}" type="presParOf" srcId="{F4DB5959-7C53-48B7-9482-06CB3A7F4937}" destId="{A73EDB20-5815-4B7D-A5F8-D884CC4842E6}" srcOrd="21" destOrd="0" presId="urn:microsoft.com/office/officeart/2008/layout/LinedList"/>
    <dgm:cxn modelId="{8C99E2E7-C631-47A1-95FD-4AC7F6409ECE}" type="presParOf" srcId="{A73EDB20-5815-4B7D-A5F8-D884CC4842E6}" destId="{BD420A60-91B4-45C1-9A8A-BF7FB9D3F2A2}" srcOrd="0" destOrd="0" presId="urn:microsoft.com/office/officeart/2008/layout/LinedList"/>
    <dgm:cxn modelId="{31E4BDF1-F7BC-4CDD-BE15-0B3A1A652065}" type="presParOf" srcId="{A73EDB20-5815-4B7D-A5F8-D884CC4842E6}" destId="{C5982AD2-AC2C-4FAA-8709-9D6E8EE234D8}" srcOrd="1" destOrd="0" presId="urn:microsoft.com/office/officeart/2008/layout/LinedList"/>
    <dgm:cxn modelId="{9E23F21B-1441-46F7-8CDE-324CC55E712E}" type="presParOf" srcId="{F4DB5959-7C53-48B7-9482-06CB3A7F4937}" destId="{6CC5DC7D-E06E-4B66-90EE-48ED82C0057D}" srcOrd="22" destOrd="0" presId="urn:microsoft.com/office/officeart/2008/layout/LinedList"/>
    <dgm:cxn modelId="{A55E9AD5-B903-4A72-816F-DCBE3F3537B8}" type="presParOf" srcId="{F4DB5959-7C53-48B7-9482-06CB3A7F4937}" destId="{63DF50CD-BF43-45F2-AC73-ED230BAEB78C}" srcOrd="23" destOrd="0" presId="urn:microsoft.com/office/officeart/2008/layout/LinedList"/>
    <dgm:cxn modelId="{04AC4AE1-E6D7-4DFD-AA27-F8DC8C60F71D}" type="presParOf" srcId="{63DF50CD-BF43-45F2-AC73-ED230BAEB78C}" destId="{08ABDFA0-4A02-4A12-B563-A8EB3DFBCD0F}" srcOrd="0" destOrd="0" presId="urn:microsoft.com/office/officeart/2008/layout/LinedList"/>
    <dgm:cxn modelId="{834FDEC1-3819-4EFA-827B-AB34D0CFC18D}" type="presParOf" srcId="{63DF50CD-BF43-45F2-AC73-ED230BAEB78C}" destId="{8ED57691-1EF7-4A67-84C0-E7B142F8C478}" srcOrd="1" destOrd="0" presId="urn:microsoft.com/office/officeart/2008/layout/LinedList"/>
    <dgm:cxn modelId="{586786F3-A4F0-46F9-B53C-693AC1EB04B2}" type="presParOf" srcId="{F4DB5959-7C53-48B7-9482-06CB3A7F4937}" destId="{991EF935-6CEF-48C6-8012-E88770BCC6B5}" srcOrd="24" destOrd="0" presId="urn:microsoft.com/office/officeart/2008/layout/LinedList"/>
    <dgm:cxn modelId="{94B9BCBA-6FA4-4898-B021-D69A5BE5552B}" type="presParOf" srcId="{F4DB5959-7C53-48B7-9482-06CB3A7F4937}" destId="{34A322F4-938D-4EA4-A7B8-6F3E6B69EA6B}" srcOrd="25" destOrd="0" presId="urn:microsoft.com/office/officeart/2008/layout/LinedList"/>
    <dgm:cxn modelId="{870513A4-50A9-4F1C-92FA-57984F1557C3}" type="presParOf" srcId="{34A322F4-938D-4EA4-A7B8-6F3E6B69EA6B}" destId="{75892B01-4BD7-4BDC-8424-34415F81F4D5}" srcOrd="0" destOrd="0" presId="urn:microsoft.com/office/officeart/2008/layout/LinedList"/>
    <dgm:cxn modelId="{892BFE9A-B2D4-4A27-9DE5-AD5E6CE65E85}" type="presParOf" srcId="{34A322F4-938D-4EA4-A7B8-6F3E6B69EA6B}" destId="{8A45396E-F601-4CEC-B784-54F63486FA2F}" srcOrd="1" destOrd="0" presId="urn:microsoft.com/office/officeart/2008/layout/LinedList"/>
    <dgm:cxn modelId="{2B2451E3-7A5D-45DA-912C-8EE5F1D54DE1}" type="presParOf" srcId="{F4DB5959-7C53-48B7-9482-06CB3A7F4937}" destId="{0EFFE0FF-12B0-4BE9-AC07-E43F0E25E0B2}" srcOrd="26" destOrd="0" presId="urn:microsoft.com/office/officeart/2008/layout/LinedList"/>
    <dgm:cxn modelId="{BB9EE25E-26C4-48CF-B41F-6BA1ED9F0B24}" type="presParOf" srcId="{F4DB5959-7C53-48B7-9482-06CB3A7F4937}" destId="{07030E32-4FC2-40D2-818E-682E1F1CD33F}" srcOrd="27" destOrd="0" presId="urn:microsoft.com/office/officeart/2008/layout/LinedList"/>
    <dgm:cxn modelId="{20D175F9-61E3-4361-9B0D-1902B912FC88}" type="presParOf" srcId="{07030E32-4FC2-40D2-818E-682E1F1CD33F}" destId="{258CFBE2-118E-4EDB-8A84-C08E7FBDD962}" srcOrd="0" destOrd="0" presId="urn:microsoft.com/office/officeart/2008/layout/LinedList"/>
    <dgm:cxn modelId="{D44C2884-FEE6-401B-A82D-E54A6AB4840B}" type="presParOf" srcId="{07030E32-4FC2-40D2-818E-682E1F1CD33F}" destId="{0DADEA1E-DF73-4D2F-8390-EB12FA3FF479}" srcOrd="1" destOrd="0" presId="urn:microsoft.com/office/officeart/2008/layout/LinedList"/>
    <dgm:cxn modelId="{7AC5A9CF-0CF2-46AE-AAF2-FEB0F646616A}" type="presParOf" srcId="{F4DB5959-7C53-48B7-9482-06CB3A7F4937}" destId="{579278CB-EC9B-420C-9505-FA42CE22034D}" srcOrd="28" destOrd="0" presId="urn:microsoft.com/office/officeart/2008/layout/LinedList"/>
    <dgm:cxn modelId="{003FA403-9BDD-46AE-BFD3-C08ABCFA5A6E}" type="presParOf" srcId="{F4DB5959-7C53-48B7-9482-06CB3A7F4937}" destId="{112DA79F-CB3F-4304-9A05-EBD80600CC20}" srcOrd="29" destOrd="0" presId="urn:microsoft.com/office/officeart/2008/layout/LinedList"/>
    <dgm:cxn modelId="{06ECE601-C4A1-44EF-93F6-4D3D35A58C9B}" type="presParOf" srcId="{112DA79F-CB3F-4304-9A05-EBD80600CC20}" destId="{9D6D29B7-5B65-441D-8441-D07770E39061}" srcOrd="0" destOrd="0" presId="urn:microsoft.com/office/officeart/2008/layout/LinedList"/>
    <dgm:cxn modelId="{BE95E38C-1456-4F0F-8662-24232F5F7807}" type="presParOf" srcId="{112DA79F-CB3F-4304-9A05-EBD80600CC20}" destId="{C0397D8E-9161-4938-8147-70DA627CCD7E}" srcOrd="1" destOrd="0" presId="urn:microsoft.com/office/officeart/2008/layout/LinedList"/>
    <dgm:cxn modelId="{903C9E9A-840D-497F-B3A0-63AE62E533B9}" type="presParOf" srcId="{F4DB5959-7C53-48B7-9482-06CB3A7F4937}" destId="{D90BE15C-4C74-48CE-8A42-EC75EF389063}" srcOrd="30" destOrd="0" presId="urn:microsoft.com/office/officeart/2008/layout/LinedList"/>
    <dgm:cxn modelId="{66BB37E3-F0D3-4A90-A4E9-EAE1A12452CB}" type="presParOf" srcId="{F4DB5959-7C53-48B7-9482-06CB3A7F4937}" destId="{FEDA1B1A-8A15-4648-BCB0-007510D26D42}" srcOrd="31" destOrd="0" presId="urn:microsoft.com/office/officeart/2008/layout/LinedList"/>
    <dgm:cxn modelId="{55A9823F-BFF1-463E-B7ED-BEFFA4319CFC}" type="presParOf" srcId="{FEDA1B1A-8A15-4648-BCB0-007510D26D42}" destId="{21E49774-5C59-47DE-9F2E-931BED83EF9C}" srcOrd="0" destOrd="0" presId="urn:microsoft.com/office/officeart/2008/layout/LinedList"/>
    <dgm:cxn modelId="{710F4833-35F5-4941-BC5C-74037528E3D1}" type="presParOf" srcId="{FEDA1B1A-8A15-4648-BCB0-007510D26D42}" destId="{503929F2-5BA0-4491-AF00-85C96081F879}" srcOrd="1" destOrd="0" presId="urn:microsoft.com/office/officeart/2008/layout/LinedList"/>
    <dgm:cxn modelId="{6D258B38-08F8-4413-9D32-75FEDB5E798E}" type="presParOf" srcId="{F4DB5959-7C53-48B7-9482-06CB3A7F4937}" destId="{11544F9D-CD0A-409F-9152-021E541CBFF5}" srcOrd="32" destOrd="0" presId="urn:microsoft.com/office/officeart/2008/layout/LinedList"/>
    <dgm:cxn modelId="{50378D28-42FF-424B-951F-6C1E43F0DA49}" type="presParOf" srcId="{F4DB5959-7C53-48B7-9482-06CB3A7F4937}" destId="{5B9CA413-4402-4F07-899B-F5F34DCFEB61}" srcOrd="33" destOrd="0" presId="urn:microsoft.com/office/officeart/2008/layout/LinedList"/>
    <dgm:cxn modelId="{B280CC05-C865-4CE0-A952-9ECCFECA5FE0}" type="presParOf" srcId="{5B9CA413-4402-4F07-899B-F5F34DCFEB61}" destId="{1BBB9038-6D59-4DF6-8B4B-AE885561B98A}" srcOrd="0" destOrd="0" presId="urn:microsoft.com/office/officeart/2008/layout/LinedList"/>
    <dgm:cxn modelId="{C01878F6-FBDE-45C6-901F-3863A503E027}" type="presParOf" srcId="{5B9CA413-4402-4F07-899B-F5F34DCFEB61}" destId="{429DE8DE-8A25-4711-BDB8-0B89FCB3183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172D5D-22B3-4354-975D-DF2B650FF934}">
      <dsp:nvSpPr>
        <dsp:cNvPr id="0" name=""/>
        <dsp:cNvSpPr/>
      </dsp:nvSpPr>
      <dsp:spPr>
        <a:xfrm>
          <a:off x="8022767" y="1223491"/>
          <a:ext cx="1176189" cy="5597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1459"/>
              </a:lnTo>
              <a:lnTo>
                <a:pt x="1176189" y="381459"/>
              </a:lnTo>
              <a:lnTo>
                <a:pt x="1176189" y="55975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474F98-BDD5-44E9-9461-D3E562608C84}">
      <dsp:nvSpPr>
        <dsp:cNvPr id="0" name=""/>
        <dsp:cNvSpPr/>
      </dsp:nvSpPr>
      <dsp:spPr>
        <a:xfrm>
          <a:off x="6846577" y="1223491"/>
          <a:ext cx="1176189" cy="559759"/>
        </a:xfrm>
        <a:custGeom>
          <a:avLst/>
          <a:gdLst/>
          <a:ahLst/>
          <a:cxnLst/>
          <a:rect l="0" t="0" r="0" b="0"/>
          <a:pathLst>
            <a:path>
              <a:moveTo>
                <a:pt x="1176189" y="0"/>
              </a:moveTo>
              <a:lnTo>
                <a:pt x="1176189" y="381459"/>
              </a:lnTo>
              <a:lnTo>
                <a:pt x="0" y="381459"/>
              </a:lnTo>
              <a:lnTo>
                <a:pt x="0" y="55975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4D8631-86A5-4EAA-981C-CD6096CAAEFB}">
      <dsp:nvSpPr>
        <dsp:cNvPr id="0" name=""/>
        <dsp:cNvSpPr/>
      </dsp:nvSpPr>
      <dsp:spPr>
        <a:xfrm>
          <a:off x="3293" y="1323"/>
          <a:ext cx="1924673" cy="12221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43D86-B369-4F21-839E-5DED9B11C919}">
      <dsp:nvSpPr>
        <dsp:cNvPr id="0" name=""/>
        <dsp:cNvSpPr/>
      </dsp:nvSpPr>
      <dsp:spPr>
        <a:xfrm>
          <a:off x="217146" y="204483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Implementation of C4B for Missoula County</a:t>
          </a:r>
        </a:p>
      </dsp:txBody>
      <dsp:txXfrm>
        <a:off x="252942" y="240279"/>
        <a:ext cx="1853081" cy="1150575"/>
      </dsp:txXfrm>
    </dsp:sp>
    <dsp:sp modelId="{A7B2476D-B22B-4087-972C-BD5D584D53DA}">
      <dsp:nvSpPr>
        <dsp:cNvPr id="0" name=""/>
        <dsp:cNvSpPr/>
      </dsp:nvSpPr>
      <dsp:spPr>
        <a:xfrm>
          <a:off x="2355672" y="1323"/>
          <a:ext cx="1924673" cy="12221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E23BC5-555A-453A-9CE2-05D1E5B26B7E}">
      <dsp:nvSpPr>
        <dsp:cNvPr id="0" name=""/>
        <dsp:cNvSpPr/>
      </dsp:nvSpPr>
      <dsp:spPr>
        <a:xfrm>
          <a:off x="2569525" y="204483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How a small team of App Admins converted over 200 applications to Chocolatey</a:t>
          </a:r>
        </a:p>
      </dsp:txBody>
      <dsp:txXfrm>
        <a:off x="2605321" y="240279"/>
        <a:ext cx="1853081" cy="1150575"/>
      </dsp:txXfrm>
    </dsp:sp>
    <dsp:sp modelId="{15ABC6A7-1162-4536-AB39-7EBD5B534CB9}">
      <dsp:nvSpPr>
        <dsp:cNvPr id="0" name=""/>
        <dsp:cNvSpPr/>
      </dsp:nvSpPr>
      <dsp:spPr>
        <a:xfrm>
          <a:off x="4708051" y="1323"/>
          <a:ext cx="1924673" cy="12221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871B3-F38F-4812-B035-D0C76C1F8082}">
      <dsp:nvSpPr>
        <dsp:cNvPr id="0" name=""/>
        <dsp:cNvSpPr/>
      </dsp:nvSpPr>
      <dsp:spPr>
        <a:xfrm>
          <a:off x="4921904" y="204483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Retiring Zenworks for app distribution after 20 years</a:t>
          </a:r>
        </a:p>
      </dsp:txBody>
      <dsp:txXfrm>
        <a:off x="4957700" y="240279"/>
        <a:ext cx="1853081" cy="1150575"/>
      </dsp:txXfrm>
    </dsp:sp>
    <dsp:sp modelId="{CCD4E40A-BC7A-4F11-A0B1-C8A168213CC5}">
      <dsp:nvSpPr>
        <dsp:cNvPr id="0" name=""/>
        <dsp:cNvSpPr/>
      </dsp:nvSpPr>
      <dsp:spPr>
        <a:xfrm>
          <a:off x="7060430" y="1323"/>
          <a:ext cx="1924673" cy="12221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BA8C2D-F9B3-4F80-90AD-909873B3A811}">
      <dsp:nvSpPr>
        <dsp:cNvPr id="0" name=""/>
        <dsp:cNvSpPr/>
      </dsp:nvSpPr>
      <dsp:spPr>
        <a:xfrm>
          <a:off x="7274283" y="204483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 cases</a:t>
          </a:r>
        </a:p>
      </dsp:txBody>
      <dsp:txXfrm>
        <a:off x="7310079" y="240279"/>
        <a:ext cx="1853081" cy="1150575"/>
      </dsp:txXfrm>
    </dsp:sp>
    <dsp:sp modelId="{82381394-629B-4470-A716-FE122F20D7A2}">
      <dsp:nvSpPr>
        <dsp:cNvPr id="0" name=""/>
        <dsp:cNvSpPr/>
      </dsp:nvSpPr>
      <dsp:spPr>
        <a:xfrm>
          <a:off x="5884241" y="1783250"/>
          <a:ext cx="1924673" cy="122216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B86985-7EE4-48D5-9AD8-118650FAFE0D}">
      <dsp:nvSpPr>
        <dsp:cNvPr id="0" name=""/>
        <dsp:cNvSpPr/>
      </dsp:nvSpPr>
      <dsp:spPr>
        <a:xfrm>
          <a:off x="6098093" y="1986410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ArcGIS – Challenges of a large install and </a:t>
          </a:r>
          <a:r>
            <a:rPr lang="en-US" sz="1400" kern="1200" dirty="0" err="1"/>
            <a:t>Proget</a:t>
          </a:r>
          <a:endParaRPr lang="en-US" sz="1400" kern="1200" dirty="0"/>
        </a:p>
      </dsp:txBody>
      <dsp:txXfrm>
        <a:off x="6133889" y="2022206"/>
        <a:ext cx="1853081" cy="1150575"/>
      </dsp:txXfrm>
    </dsp:sp>
    <dsp:sp modelId="{2359C8ED-5D4E-4E44-864D-0FC1EECF1850}">
      <dsp:nvSpPr>
        <dsp:cNvPr id="0" name=""/>
        <dsp:cNvSpPr/>
      </dsp:nvSpPr>
      <dsp:spPr>
        <a:xfrm>
          <a:off x="8236619" y="1783250"/>
          <a:ext cx="1924673" cy="122216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6EC2B7-2025-46E7-83A8-72578EA05515}">
      <dsp:nvSpPr>
        <dsp:cNvPr id="0" name=""/>
        <dsp:cNvSpPr/>
      </dsp:nvSpPr>
      <dsp:spPr>
        <a:xfrm>
          <a:off x="8450472" y="1986410"/>
          <a:ext cx="1924673" cy="12221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Imaging</a:t>
          </a:r>
        </a:p>
      </dsp:txBody>
      <dsp:txXfrm>
        <a:off x="8486268" y="2022206"/>
        <a:ext cx="1853081" cy="11505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94A70B-2D4F-47B5-92FD-66118AE2640D}">
      <dsp:nvSpPr>
        <dsp:cNvPr id="0" name=""/>
        <dsp:cNvSpPr/>
      </dsp:nvSpPr>
      <dsp:spPr>
        <a:xfrm>
          <a:off x="0" y="36194"/>
          <a:ext cx="5291663" cy="6715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Lists &amp; Spreadsheets &amp; Scripts</a:t>
          </a:r>
        </a:p>
      </dsp:txBody>
      <dsp:txXfrm>
        <a:off x="32784" y="68978"/>
        <a:ext cx="5226095" cy="606012"/>
      </dsp:txXfrm>
    </dsp:sp>
    <dsp:sp modelId="{6DF6B9C6-990A-46E4-A339-67374B0C4F17}">
      <dsp:nvSpPr>
        <dsp:cNvPr id="0" name=""/>
        <dsp:cNvSpPr/>
      </dsp:nvSpPr>
      <dsp:spPr>
        <a:xfrm>
          <a:off x="0" y="788414"/>
          <a:ext cx="5291663" cy="671580"/>
        </a:xfrm>
        <a:prstGeom prst="roundRect">
          <a:avLst/>
        </a:prstGeom>
        <a:gradFill rotWithShape="0">
          <a:gsLst>
            <a:gs pos="0">
              <a:schemeClr val="accent2">
                <a:hueOff val="-1580457"/>
                <a:satOff val="10541"/>
                <a:lumOff val="264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580457"/>
                <a:satOff val="10541"/>
                <a:lumOff val="264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580457"/>
                <a:satOff val="10541"/>
                <a:lumOff val="264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Bundles vs Assets</a:t>
          </a:r>
        </a:p>
      </dsp:txBody>
      <dsp:txXfrm>
        <a:off x="32784" y="821198"/>
        <a:ext cx="5226095" cy="606012"/>
      </dsp:txXfrm>
    </dsp:sp>
    <dsp:sp modelId="{C34AF874-1A84-42AD-AFAE-1E55D1CF9706}">
      <dsp:nvSpPr>
        <dsp:cNvPr id="0" name=""/>
        <dsp:cNvSpPr/>
      </dsp:nvSpPr>
      <dsp:spPr>
        <a:xfrm>
          <a:off x="0" y="1540634"/>
          <a:ext cx="5291663" cy="671580"/>
        </a:xfrm>
        <a:prstGeom prst="roundRect">
          <a:avLst/>
        </a:prstGeom>
        <a:gradFill rotWithShape="0">
          <a:gsLst>
            <a:gs pos="0">
              <a:schemeClr val="accent2">
                <a:hueOff val="-3160915"/>
                <a:satOff val="21082"/>
                <a:lumOff val="52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160915"/>
                <a:satOff val="21082"/>
                <a:lumOff val="52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160915"/>
                <a:satOff val="21082"/>
                <a:lumOff val="52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Department verification</a:t>
          </a:r>
        </a:p>
      </dsp:txBody>
      <dsp:txXfrm>
        <a:off x="32784" y="1573418"/>
        <a:ext cx="5226095" cy="606012"/>
      </dsp:txXfrm>
    </dsp:sp>
    <dsp:sp modelId="{7D0300C8-7FBE-4147-8C3B-8A3D8D344B08}">
      <dsp:nvSpPr>
        <dsp:cNvPr id="0" name=""/>
        <dsp:cNvSpPr/>
      </dsp:nvSpPr>
      <dsp:spPr>
        <a:xfrm>
          <a:off x="0" y="2292854"/>
          <a:ext cx="5291663" cy="671580"/>
        </a:xfrm>
        <a:prstGeom prst="roundRect">
          <a:avLst/>
        </a:prstGeom>
        <a:gradFill rotWithShape="0">
          <a:gsLst>
            <a:gs pos="0">
              <a:schemeClr val="accent2">
                <a:hueOff val="-4741372"/>
                <a:satOff val="31623"/>
                <a:lumOff val="7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741372"/>
                <a:satOff val="31623"/>
                <a:lumOff val="7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741372"/>
                <a:satOff val="31623"/>
                <a:lumOff val="7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Low hanging fruit</a:t>
          </a:r>
        </a:p>
      </dsp:txBody>
      <dsp:txXfrm>
        <a:off x="32784" y="2325638"/>
        <a:ext cx="5226095" cy="606012"/>
      </dsp:txXfrm>
    </dsp:sp>
    <dsp:sp modelId="{328044CE-8383-4E00-B3AD-C9CC70DBFCFB}">
      <dsp:nvSpPr>
        <dsp:cNvPr id="0" name=""/>
        <dsp:cNvSpPr/>
      </dsp:nvSpPr>
      <dsp:spPr>
        <a:xfrm>
          <a:off x="0" y="3045074"/>
          <a:ext cx="5291663" cy="671580"/>
        </a:xfrm>
        <a:prstGeom prst="roundRect">
          <a:avLst/>
        </a:prstGeom>
        <a:gradFill rotWithShape="0">
          <a:gsLst>
            <a:gs pos="0">
              <a:schemeClr val="accent2">
                <a:hueOff val="-6321830"/>
                <a:satOff val="42164"/>
                <a:lumOff val="1058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6321830"/>
                <a:satOff val="42164"/>
                <a:lumOff val="1058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6321830"/>
                <a:satOff val="42164"/>
                <a:lumOff val="1058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Shortcut packages</a:t>
          </a:r>
        </a:p>
      </dsp:txBody>
      <dsp:txXfrm>
        <a:off x="32784" y="3077858"/>
        <a:ext cx="5226095" cy="6060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3A9B46-2AA1-4F70-BD2B-734A5FA20A46}">
      <dsp:nvSpPr>
        <dsp:cNvPr id="0" name=""/>
        <dsp:cNvSpPr/>
      </dsp:nvSpPr>
      <dsp:spPr>
        <a:xfrm>
          <a:off x="0" y="47960"/>
          <a:ext cx="4686184" cy="19492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Killing Zenworks with Chocolatey</a:t>
          </a:r>
        </a:p>
      </dsp:txBody>
      <dsp:txXfrm>
        <a:off x="95153" y="143113"/>
        <a:ext cx="4495878" cy="1758914"/>
      </dsp:txXfrm>
    </dsp:sp>
    <dsp:sp modelId="{287311E1-D7C0-4D54-90F2-87579A7B3342}">
      <dsp:nvSpPr>
        <dsp:cNvPr id="0" name=""/>
        <dsp:cNvSpPr/>
      </dsp:nvSpPr>
      <dsp:spPr>
        <a:xfrm>
          <a:off x="0" y="2138300"/>
          <a:ext cx="4686184" cy="19492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CCM deployment</a:t>
          </a:r>
        </a:p>
      </dsp:txBody>
      <dsp:txXfrm>
        <a:off x="95153" y="2233453"/>
        <a:ext cx="4495878" cy="17589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91A917-BC90-41A9-AE46-8DE239B2FDEA}">
      <dsp:nvSpPr>
        <dsp:cNvPr id="0" name=""/>
        <dsp:cNvSpPr/>
      </dsp:nvSpPr>
      <dsp:spPr>
        <a:xfrm>
          <a:off x="0" y="1844"/>
          <a:ext cx="468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BCD90-4E31-411F-88FD-DA7B0DDEA561}">
      <dsp:nvSpPr>
        <dsp:cNvPr id="0" name=""/>
        <dsp:cNvSpPr/>
      </dsp:nvSpPr>
      <dsp:spPr>
        <a:xfrm>
          <a:off x="0" y="1844"/>
          <a:ext cx="4686184" cy="273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MDT provides the initial system baseline:​</a:t>
          </a:r>
        </a:p>
      </dsp:txBody>
      <dsp:txXfrm>
        <a:off x="0" y="1844"/>
        <a:ext cx="4686184" cy="273313"/>
      </dsp:txXfrm>
    </dsp:sp>
    <dsp:sp modelId="{9A063722-49EF-4E94-AA5E-D95A11BE3422}">
      <dsp:nvSpPr>
        <dsp:cNvPr id="0" name=""/>
        <dsp:cNvSpPr/>
      </dsp:nvSpPr>
      <dsp:spPr>
        <a:xfrm>
          <a:off x="0" y="275157"/>
          <a:ext cx="468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8C0B8C-48B5-446E-A6F2-B9A0FA3B135E}">
      <dsp:nvSpPr>
        <dsp:cNvPr id="0" name=""/>
        <dsp:cNvSpPr/>
      </dsp:nvSpPr>
      <dsp:spPr>
        <a:xfrm>
          <a:off x="0" y="275157"/>
          <a:ext cx="4686184" cy="273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Windows deployment​</a:t>
          </a:r>
        </a:p>
      </dsp:txBody>
      <dsp:txXfrm>
        <a:off x="0" y="275157"/>
        <a:ext cx="4686184" cy="273313"/>
      </dsp:txXfrm>
    </dsp:sp>
    <dsp:sp modelId="{60DE4F29-DE7D-461D-AEA6-F868C7564714}">
      <dsp:nvSpPr>
        <dsp:cNvPr id="0" name=""/>
        <dsp:cNvSpPr/>
      </dsp:nvSpPr>
      <dsp:spPr>
        <a:xfrm>
          <a:off x="0" y="548470"/>
          <a:ext cx="468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3E919B-F8E7-4C2A-8DC5-91B130D957BC}">
      <dsp:nvSpPr>
        <dsp:cNvPr id="0" name=""/>
        <dsp:cNvSpPr/>
      </dsp:nvSpPr>
      <dsp:spPr>
        <a:xfrm>
          <a:off x="0" y="548470"/>
          <a:ext cx="4686184" cy="273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Driver injection​</a:t>
          </a:r>
        </a:p>
      </dsp:txBody>
      <dsp:txXfrm>
        <a:off x="0" y="548470"/>
        <a:ext cx="4686184" cy="273313"/>
      </dsp:txXfrm>
    </dsp:sp>
    <dsp:sp modelId="{778DA809-5AF6-48C4-9D83-35476D2FB162}">
      <dsp:nvSpPr>
        <dsp:cNvPr id="0" name=""/>
        <dsp:cNvSpPr/>
      </dsp:nvSpPr>
      <dsp:spPr>
        <a:xfrm>
          <a:off x="0" y="821783"/>
          <a:ext cx="468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0D2DFB-68CA-4A8A-9F31-1C672864CB2F}">
      <dsp:nvSpPr>
        <dsp:cNvPr id="0" name=""/>
        <dsp:cNvSpPr/>
      </dsp:nvSpPr>
      <dsp:spPr>
        <a:xfrm>
          <a:off x="0" y="821783"/>
          <a:ext cx="4686184" cy="273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BitLocker preparation​</a:t>
          </a:r>
        </a:p>
      </dsp:txBody>
      <dsp:txXfrm>
        <a:off x="0" y="821783"/>
        <a:ext cx="4686184" cy="273313"/>
      </dsp:txXfrm>
    </dsp:sp>
    <dsp:sp modelId="{849C34F6-2CBF-434D-8524-4084B92E4507}">
      <dsp:nvSpPr>
        <dsp:cNvPr id="0" name=""/>
        <dsp:cNvSpPr/>
      </dsp:nvSpPr>
      <dsp:spPr>
        <a:xfrm>
          <a:off x="0" y="1095096"/>
          <a:ext cx="468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DDCB46-EBCB-4879-93A4-63879CDA0960}">
      <dsp:nvSpPr>
        <dsp:cNvPr id="0" name=""/>
        <dsp:cNvSpPr/>
      </dsp:nvSpPr>
      <dsp:spPr>
        <a:xfrm>
          <a:off x="0" y="1095096"/>
          <a:ext cx="4686184" cy="273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Baseline configuration​</a:t>
          </a:r>
        </a:p>
      </dsp:txBody>
      <dsp:txXfrm>
        <a:off x="0" y="1095096"/>
        <a:ext cx="4686184" cy="273313"/>
      </dsp:txXfrm>
    </dsp:sp>
    <dsp:sp modelId="{CD4A660F-8EBC-46A1-8B6A-8B492A4DA67D}">
      <dsp:nvSpPr>
        <dsp:cNvPr id="0" name=""/>
        <dsp:cNvSpPr/>
      </dsp:nvSpPr>
      <dsp:spPr>
        <a:xfrm>
          <a:off x="0" y="1368409"/>
          <a:ext cx="468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DD0A1-029C-4B99-A67E-39B8EA2C1C0A}">
      <dsp:nvSpPr>
        <dsp:cNvPr id="0" name=""/>
        <dsp:cNvSpPr/>
      </dsp:nvSpPr>
      <dsp:spPr>
        <a:xfrm>
          <a:off x="0" y="1368409"/>
          <a:ext cx="4686184" cy="273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Domain join​</a:t>
          </a:r>
        </a:p>
      </dsp:txBody>
      <dsp:txXfrm>
        <a:off x="0" y="1368409"/>
        <a:ext cx="4686184" cy="273313"/>
      </dsp:txXfrm>
    </dsp:sp>
    <dsp:sp modelId="{BAE92E4B-4009-430B-A575-797AA5ECFF39}">
      <dsp:nvSpPr>
        <dsp:cNvPr id="0" name=""/>
        <dsp:cNvSpPr/>
      </dsp:nvSpPr>
      <dsp:spPr>
        <a:xfrm>
          <a:off x="0" y="1641722"/>
          <a:ext cx="468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45A6D1-6D5D-46B9-AC12-39A2FAC78831}">
      <dsp:nvSpPr>
        <dsp:cNvPr id="0" name=""/>
        <dsp:cNvSpPr/>
      </dsp:nvSpPr>
      <dsp:spPr>
        <a:xfrm>
          <a:off x="0" y="1641722"/>
          <a:ext cx="4686184" cy="273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Group Policy executes a startup PowerShell script when a system initializes</a:t>
          </a:r>
        </a:p>
      </dsp:txBody>
      <dsp:txXfrm>
        <a:off x="0" y="1641722"/>
        <a:ext cx="4686184" cy="273313"/>
      </dsp:txXfrm>
    </dsp:sp>
    <dsp:sp modelId="{7E23BBCE-1732-4232-A1D9-BA5E7C1E44D7}">
      <dsp:nvSpPr>
        <dsp:cNvPr id="0" name=""/>
        <dsp:cNvSpPr/>
      </dsp:nvSpPr>
      <dsp:spPr>
        <a:xfrm>
          <a:off x="0" y="1915035"/>
          <a:ext cx="468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2D8487-9952-41B8-9A4D-0528E1F04F83}">
      <dsp:nvSpPr>
        <dsp:cNvPr id="0" name=""/>
        <dsp:cNvSpPr/>
      </dsp:nvSpPr>
      <dsp:spPr>
        <a:xfrm>
          <a:off x="0" y="1915035"/>
          <a:ext cx="4686184" cy="273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Installs Chocolatey​</a:t>
          </a:r>
        </a:p>
      </dsp:txBody>
      <dsp:txXfrm>
        <a:off x="0" y="1915035"/>
        <a:ext cx="4686184" cy="273313"/>
      </dsp:txXfrm>
    </dsp:sp>
    <dsp:sp modelId="{437F729E-0FD1-4374-BD70-A1802B845A6F}">
      <dsp:nvSpPr>
        <dsp:cNvPr id="0" name=""/>
        <dsp:cNvSpPr/>
      </dsp:nvSpPr>
      <dsp:spPr>
        <a:xfrm>
          <a:off x="0" y="2188348"/>
          <a:ext cx="468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0491C-ED68-4047-89A8-AEDAB9BF685A}">
      <dsp:nvSpPr>
        <dsp:cNvPr id="0" name=""/>
        <dsp:cNvSpPr/>
      </dsp:nvSpPr>
      <dsp:spPr>
        <a:xfrm>
          <a:off x="0" y="2188348"/>
          <a:ext cx="4686184" cy="273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Configures internal repositories​</a:t>
          </a:r>
        </a:p>
      </dsp:txBody>
      <dsp:txXfrm>
        <a:off x="0" y="2188348"/>
        <a:ext cx="4686184" cy="273313"/>
      </dsp:txXfrm>
    </dsp:sp>
    <dsp:sp modelId="{2CD41CB8-2896-449D-ABB0-8805EEB21FCB}">
      <dsp:nvSpPr>
        <dsp:cNvPr id="0" name=""/>
        <dsp:cNvSpPr/>
      </dsp:nvSpPr>
      <dsp:spPr>
        <a:xfrm>
          <a:off x="0" y="2461662"/>
          <a:ext cx="468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BA5CB-8F33-460C-8F07-69B01FA8AF0E}">
      <dsp:nvSpPr>
        <dsp:cNvPr id="0" name=""/>
        <dsp:cNvSpPr/>
      </dsp:nvSpPr>
      <dsp:spPr>
        <a:xfrm>
          <a:off x="0" y="2461662"/>
          <a:ext cx="4686184" cy="273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Enables required Chocolatey features​</a:t>
          </a:r>
        </a:p>
      </dsp:txBody>
      <dsp:txXfrm>
        <a:off x="0" y="2461662"/>
        <a:ext cx="4686184" cy="273313"/>
      </dsp:txXfrm>
    </dsp:sp>
    <dsp:sp modelId="{2104DA53-5B03-4C4B-A459-F0C50E11E80F}">
      <dsp:nvSpPr>
        <dsp:cNvPr id="0" name=""/>
        <dsp:cNvSpPr/>
      </dsp:nvSpPr>
      <dsp:spPr>
        <a:xfrm>
          <a:off x="0" y="2734975"/>
          <a:ext cx="468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20A60-91B4-45C1-9A8A-BF7FB9D3F2A2}">
      <dsp:nvSpPr>
        <dsp:cNvPr id="0" name=""/>
        <dsp:cNvSpPr/>
      </dsp:nvSpPr>
      <dsp:spPr>
        <a:xfrm>
          <a:off x="0" y="2734975"/>
          <a:ext cx="4686184" cy="273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Prepares the endpoint for centralized software deployment​</a:t>
          </a:r>
        </a:p>
      </dsp:txBody>
      <dsp:txXfrm>
        <a:off x="0" y="2734975"/>
        <a:ext cx="4686184" cy="273313"/>
      </dsp:txXfrm>
    </dsp:sp>
    <dsp:sp modelId="{6CC5DC7D-E06E-4B66-90EE-48ED82C0057D}">
      <dsp:nvSpPr>
        <dsp:cNvPr id="0" name=""/>
        <dsp:cNvSpPr/>
      </dsp:nvSpPr>
      <dsp:spPr>
        <a:xfrm>
          <a:off x="0" y="3008288"/>
          <a:ext cx="468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BDFA0-4A02-4A12-B563-A8EB3DFBCD0F}">
      <dsp:nvSpPr>
        <dsp:cNvPr id="0" name=""/>
        <dsp:cNvSpPr/>
      </dsp:nvSpPr>
      <dsp:spPr>
        <a:xfrm>
          <a:off x="0" y="3008288"/>
          <a:ext cx="4686184" cy="273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Registers the endpoint with Chocolatey Central Management.​</a:t>
          </a:r>
        </a:p>
      </dsp:txBody>
      <dsp:txXfrm>
        <a:off x="0" y="3008288"/>
        <a:ext cx="4686184" cy="273313"/>
      </dsp:txXfrm>
    </dsp:sp>
    <dsp:sp modelId="{991EF935-6CEF-48C6-8012-E88770BCC6B5}">
      <dsp:nvSpPr>
        <dsp:cNvPr id="0" name=""/>
        <dsp:cNvSpPr/>
      </dsp:nvSpPr>
      <dsp:spPr>
        <a:xfrm>
          <a:off x="0" y="3281601"/>
          <a:ext cx="468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892B01-4BD7-4BDC-8424-34415F81F4D5}">
      <dsp:nvSpPr>
        <dsp:cNvPr id="0" name=""/>
        <dsp:cNvSpPr/>
      </dsp:nvSpPr>
      <dsp:spPr>
        <a:xfrm>
          <a:off x="0" y="3281601"/>
          <a:ext cx="4686184" cy="273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bootstrap script functions as a DSC-style configuration engine.​</a:t>
          </a:r>
        </a:p>
      </dsp:txBody>
      <dsp:txXfrm>
        <a:off x="0" y="3281601"/>
        <a:ext cx="4686184" cy="273313"/>
      </dsp:txXfrm>
    </dsp:sp>
    <dsp:sp modelId="{0EFFE0FF-12B0-4BE9-AC07-E43F0E25E0B2}">
      <dsp:nvSpPr>
        <dsp:cNvPr id="0" name=""/>
        <dsp:cNvSpPr/>
      </dsp:nvSpPr>
      <dsp:spPr>
        <a:xfrm>
          <a:off x="0" y="3554914"/>
          <a:ext cx="468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8CFBE2-118E-4EDB-8A84-C08E7FBDD962}">
      <dsp:nvSpPr>
        <dsp:cNvPr id="0" name=""/>
        <dsp:cNvSpPr/>
      </dsp:nvSpPr>
      <dsp:spPr>
        <a:xfrm>
          <a:off x="0" y="3554914"/>
          <a:ext cx="4686184" cy="273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Evaluates system state​</a:t>
          </a:r>
        </a:p>
      </dsp:txBody>
      <dsp:txXfrm>
        <a:off x="0" y="3554914"/>
        <a:ext cx="4686184" cy="273313"/>
      </dsp:txXfrm>
    </dsp:sp>
    <dsp:sp modelId="{579278CB-EC9B-420C-9505-FA42CE22034D}">
      <dsp:nvSpPr>
        <dsp:cNvPr id="0" name=""/>
        <dsp:cNvSpPr/>
      </dsp:nvSpPr>
      <dsp:spPr>
        <a:xfrm>
          <a:off x="0" y="3828227"/>
          <a:ext cx="468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6D29B7-5B65-441D-8441-D07770E39061}">
      <dsp:nvSpPr>
        <dsp:cNvPr id="0" name=""/>
        <dsp:cNvSpPr/>
      </dsp:nvSpPr>
      <dsp:spPr>
        <a:xfrm>
          <a:off x="0" y="3828227"/>
          <a:ext cx="4686184" cy="273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Verifies required configuration​</a:t>
          </a:r>
        </a:p>
      </dsp:txBody>
      <dsp:txXfrm>
        <a:off x="0" y="3828227"/>
        <a:ext cx="4686184" cy="273313"/>
      </dsp:txXfrm>
    </dsp:sp>
    <dsp:sp modelId="{D90BE15C-4C74-48CE-8A42-EC75EF389063}">
      <dsp:nvSpPr>
        <dsp:cNvPr id="0" name=""/>
        <dsp:cNvSpPr/>
      </dsp:nvSpPr>
      <dsp:spPr>
        <a:xfrm>
          <a:off x="0" y="4101540"/>
          <a:ext cx="468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E49774-5C59-47DE-9F2E-931BED83EF9C}">
      <dsp:nvSpPr>
        <dsp:cNvPr id="0" name=""/>
        <dsp:cNvSpPr/>
      </dsp:nvSpPr>
      <dsp:spPr>
        <a:xfrm>
          <a:off x="0" y="4101540"/>
          <a:ext cx="4686184" cy="273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Remediates configuration drift​</a:t>
          </a:r>
        </a:p>
      </dsp:txBody>
      <dsp:txXfrm>
        <a:off x="0" y="4101540"/>
        <a:ext cx="4686184" cy="273313"/>
      </dsp:txXfrm>
    </dsp:sp>
    <dsp:sp modelId="{11544F9D-CD0A-409F-9152-021E541CBFF5}">
      <dsp:nvSpPr>
        <dsp:cNvPr id="0" name=""/>
        <dsp:cNvSpPr/>
      </dsp:nvSpPr>
      <dsp:spPr>
        <a:xfrm>
          <a:off x="0" y="4374853"/>
          <a:ext cx="46861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BB9038-6D59-4DF6-8B4B-AE885561B98A}">
      <dsp:nvSpPr>
        <dsp:cNvPr id="0" name=""/>
        <dsp:cNvSpPr/>
      </dsp:nvSpPr>
      <dsp:spPr>
        <a:xfrm>
          <a:off x="0" y="4374853"/>
          <a:ext cx="4686184" cy="273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Ensures deployment readiness​</a:t>
          </a:r>
        </a:p>
      </dsp:txBody>
      <dsp:txXfrm>
        <a:off x="0" y="4374853"/>
        <a:ext cx="4686184" cy="2733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D7AA7-6947-46DE-8F8D-972DE75C488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6F596-DFBB-42B8-ADCC-5FC29CF5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6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94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E41935-A6BA-C59A-85AA-973BED0C276C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26D6A40A-4A1C-A796-F8EE-E028FC658B9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D3B336-811E-4F0C-18DD-95C9EDBFC7EE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B2F759-A522-5078-C5F5-F2D2FDBBDC0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D302D2-D521-2C0C-1C51-7B1CF27EACA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E43BD3B6-9AE7-5E0B-4D10-1CC73FA9F0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6889B223-4C2E-F441-2738-B4E0870F1F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140262-FB6C-DD71-4C24-FF1C596755D6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A31B7553-9E63-0970-4DA8-BCF8552DDD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AC4C2F4-38F2-F605-D54A-74EE044E4DC1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928D546-59DD-2F71-446F-6493A064FA4A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2D5A94F5-2B9D-6578-59FF-D52962A6910D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7E872695-F10E-0218-38ED-34C71FEF09B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DF8BDF12-8B2C-FF80-2FD8-57DDA33DDD01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C1166CD3-7978-96F6-38F4-968F7B721A97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8B1F6092-D5CE-AA22-3C93-FCA2332027B1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E54594B8-EF62-933F-69FE-8E660CE8A776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F6C7D721-70F6-7AD7-C943-FE7FBCA029F9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F26AE266-962B-41B9-9606-64043F189F9C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D2E4A96E-EF12-025D-0D78-DE5E9899FA6E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1017216-C550-97D9-B88D-918E5523D321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9D377CE-076D-C80C-A7BA-38DFC08885AD}"/>
              </a:ext>
            </a:extLst>
          </p:cNvPr>
          <p:cNvSpPr/>
          <p:nvPr userDrawn="1"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914A66-817E-E8D4-E30A-4254D3A3B4EA}"/>
              </a:ext>
            </a:extLst>
          </p:cNvPr>
          <p:cNvSpPr/>
          <p:nvPr userDrawn="1"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3142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ntent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29BCF-C1AD-D2CE-316E-E61C94A28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22939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F35E6322-336D-EE32-D30A-D2DF0148FF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44884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D3504F6-8EDE-4217-910B-79DB465C12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5551" y="1318989"/>
            <a:ext cx="4839150" cy="4135480"/>
          </a:xfrm>
          <a:custGeom>
            <a:avLst/>
            <a:gdLst>
              <a:gd name="connsiteX0" fmla="*/ 227534 w 4839150"/>
              <a:gd name="connsiteY0" fmla="*/ 0 h 4135480"/>
              <a:gd name="connsiteX1" fmla="*/ 4611616 w 4839150"/>
              <a:gd name="connsiteY1" fmla="*/ 0 h 4135480"/>
              <a:gd name="connsiteX2" fmla="*/ 4839150 w 4839150"/>
              <a:gd name="connsiteY2" fmla="*/ 227534 h 4135480"/>
              <a:gd name="connsiteX3" fmla="*/ 4839150 w 4839150"/>
              <a:gd name="connsiteY3" fmla="*/ 3907946 h 4135480"/>
              <a:gd name="connsiteX4" fmla="*/ 4611616 w 4839150"/>
              <a:gd name="connsiteY4" fmla="*/ 4135480 h 4135480"/>
              <a:gd name="connsiteX5" fmla="*/ 227534 w 4839150"/>
              <a:gd name="connsiteY5" fmla="*/ 4135480 h 4135480"/>
              <a:gd name="connsiteX6" fmla="*/ 0 w 4839150"/>
              <a:gd name="connsiteY6" fmla="*/ 3907946 h 4135480"/>
              <a:gd name="connsiteX7" fmla="*/ 0 w 4839150"/>
              <a:gd name="connsiteY7" fmla="*/ 227534 h 4135480"/>
              <a:gd name="connsiteX8" fmla="*/ 227534 w 4839150"/>
              <a:gd name="connsiteY8" fmla="*/ 0 h 41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9150" h="4135480">
                <a:moveTo>
                  <a:pt x="227534" y="0"/>
                </a:moveTo>
                <a:lnTo>
                  <a:pt x="4611616" y="0"/>
                </a:lnTo>
                <a:cubicBezTo>
                  <a:pt x="4737280" y="0"/>
                  <a:pt x="4839150" y="101870"/>
                  <a:pt x="4839150" y="227534"/>
                </a:cubicBezTo>
                <a:lnTo>
                  <a:pt x="4839150" y="3907946"/>
                </a:lnTo>
                <a:cubicBezTo>
                  <a:pt x="4839150" y="4033610"/>
                  <a:pt x="4737280" y="4135480"/>
                  <a:pt x="4611616" y="4135480"/>
                </a:cubicBezTo>
                <a:lnTo>
                  <a:pt x="227534" y="4135480"/>
                </a:lnTo>
                <a:cubicBezTo>
                  <a:pt x="101870" y="4135480"/>
                  <a:pt x="0" y="4033610"/>
                  <a:pt x="0" y="3907946"/>
                </a:cubicBezTo>
                <a:lnTo>
                  <a:pt x="0" y="227534"/>
                </a:lnTo>
                <a:cubicBezTo>
                  <a:pt x="0" y="101870"/>
                  <a:pt x="101870" y="0"/>
                  <a:pt x="22753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8C8C8C-12B2-84CA-7E5C-A63436970E68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6DC8660-A7DE-1797-BE09-59F4B41787E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D2CC6-ABAF-AA2D-F7E1-8D0B077927A0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47E7BD-ACB1-0440-7E22-7D25FF3147C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D00A4-3B8D-D2D8-765A-61E83952DE0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0B20CAFD-D254-C0B8-D7DC-534A91BFFD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DDDF5807-8008-69AC-E580-88DA4260698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13F47A-9EFC-F6A2-79CB-41C1A1021565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3A865A4E-CF0C-5569-D028-08E6FEAC0A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08974E83-35A0-36F5-DD04-58A06D1EF717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BD9B486-F2F2-FE0B-686E-185D79C21C4B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6429BF05-D74D-6B3C-F32D-B4615ECAA97A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1EA0C857-9D0C-94F3-011B-99C1B99ACE7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93E58E94-F84D-BB6F-D852-388C5C7B87C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56119E96-F459-D357-0490-F694081D9E5B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0A9E32C8-9771-0891-BD42-B70B2AAE4227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F9046FD4-E7A0-D8EE-C362-8D6082B8773A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7DB82F58-F94B-228E-E7B3-51747140793A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872E35BC-8AAA-135F-FAE7-AB5EDE0679FE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3B74F4D4-163D-AD15-D39A-35B8634EA5D8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C18B3CF-DAA6-BF31-CA98-DD032E6C3A56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4E4FC-5965-0866-ABE5-FCF5ACA99B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7">
            <a:extLst>
              <a:ext uri="{FF2B5EF4-FFF2-40B4-BE49-F238E27FC236}">
                <a16:creationId xmlns:a16="http://schemas.microsoft.com/office/drawing/2014/main" id="{0E4913D5-50CF-76F6-2AB4-8F894A7B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84529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6415C6E-8030-42E1-941C-DEE0BB5F3C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90581" y="1315633"/>
            <a:ext cx="3621729" cy="1913587"/>
          </a:xfrm>
          <a:prstGeom prst="roundRect">
            <a:avLst>
              <a:gd name="adj" fmla="val 947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A23D2D-A44A-42C2-8E26-B80B40E85F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90581" y="3579174"/>
            <a:ext cx="3621729" cy="1913587"/>
          </a:xfrm>
          <a:prstGeom prst="roundRect">
            <a:avLst>
              <a:gd name="adj" fmla="val 1028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95162-40C1-C894-1E34-62B2690F2B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72C930D0-80DD-075B-7012-F7DC64864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4985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0507F67-E976-446F-AF7B-7FF42BABE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26611" y="1701364"/>
            <a:ext cx="1350350" cy="1350350"/>
          </a:xfrm>
          <a:custGeom>
            <a:avLst/>
            <a:gdLst>
              <a:gd name="connsiteX0" fmla="*/ 225063 w 1350350"/>
              <a:gd name="connsiteY0" fmla="*/ 0 h 1350350"/>
              <a:gd name="connsiteX1" fmla="*/ 1125287 w 1350350"/>
              <a:gd name="connsiteY1" fmla="*/ 0 h 1350350"/>
              <a:gd name="connsiteX2" fmla="*/ 1350350 w 1350350"/>
              <a:gd name="connsiteY2" fmla="*/ 225063 h 1350350"/>
              <a:gd name="connsiteX3" fmla="*/ 1350350 w 1350350"/>
              <a:gd name="connsiteY3" fmla="*/ 1125287 h 1350350"/>
              <a:gd name="connsiteX4" fmla="*/ 1284431 w 1350350"/>
              <a:gd name="connsiteY4" fmla="*/ 1284431 h 1350350"/>
              <a:gd name="connsiteX5" fmla="*/ 1277564 w 1350350"/>
              <a:gd name="connsiteY5" fmla="*/ 1290096 h 1350350"/>
              <a:gd name="connsiteX6" fmla="*/ 1277564 w 1350350"/>
              <a:gd name="connsiteY6" fmla="*/ 1297424 h 1350350"/>
              <a:gd name="connsiteX7" fmla="*/ 1268683 w 1350350"/>
              <a:gd name="connsiteY7" fmla="*/ 1297424 h 1350350"/>
              <a:gd name="connsiteX8" fmla="*/ 1251122 w 1350350"/>
              <a:gd name="connsiteY8" fmla="*/ 1311913 h 1350350"/>
              <a:gd name="connsiteX9" fmla="*/ 1125287 w 1350350"/>
              <a:gd name="connsiteY9" fmla="*/ 1350350 h 1350350"/>
              <a:gd name="connsiteX10" fmla="*/ 225063 w 1350350"/>
              <a:gd name="connsiteY10" fmla="*/ 1350350 h 1350350"/>
              <a:gd name="connsiteX11" fmla="*/ 0 w 1350350"/>
              <a:gd name="connsiteY11" fmla="*/ 1125287 h 1350350"/>
              <a:gd name="connsiteX12" fmla="*/ 0 w 1350350"/>
              <a:gd name="connsiteY12" fmla="*/ 225063 h 1350350"/>
              <a:gd name="connsiteX13" fmla="*/ 225063 w 1350350"/>
              <a:gd name="connsiteY13" fmla="*/ 0 h 13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50350" h="1350350">
                <a:moveTo>
                  <a:pt x="225063" y="0"/>
                </a:moveTo>
                <a:lnTo>
                  <a:pt x="1125287" y="0"/>
                </a:lnTo>
                <a:cubicBezTo>
                  <a:pt x="1249586" y="0"/>
                  <a:pt x="1350350" y="100764"/>
                  <a:pt x="1350350" y="225063"/>
                </a:cubicBezTo>
                <a:lnTo>
                  <a:pt x="1350350" y="1125287"/>
                </a:lnTo>
                <a:cubicBezTo>
                  <a:pt x="1350350" y="1187437"/>
                  <a:pt x="1325159" y="1243702"/>
                  <a:pt x="1284431" y="1284431"/>
                </a:cubicBezTo>
                <a:lnTo>
                  <a:pt x="1277564" y="1290096"/>
                </a:lnTo>
                <a:lnTo>
                  <a:pt x="1277564" y="1297424"/>
                </a:lnTo>
                <a:lnTo>
                  <a:pt x="1268683" y="1297424"/>
                </a:lnTo>
                <a:lnTo>
                  <a:pt x="1251122" y="1311913"/>
                </a:lnTo>
                <a:cubicBezTo>
                  <a:pt x="1215202" y="1336180"/>
                  <a:pt x="1171899" y="1350350"/>
                  <a:pt x="1125287" y="1350350"/>
                </a:cubicBezTo>
                <a:lnTo>
                  <a:pt x="225063" y="1350350"/>
                </a:lnTo>
                <a:cubicBezTo>
                  <a:pt x="100764" y="1350350"/>
                  <a:pt x="0" y="1249586"/>
                  <a:pt x="0" y="1125287"/>
                </a:cubicBezTo>
                <a:lnTo>
                  <a:pt x="0" y="225063"/>
                </a:lnTo>
                <a:cubicBezTo>
                  <a:pt x="0" y="100764"/>
                  <a:pt x="100764" y="0"/>
                  <a:pt x="22506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C727B8-D6D9-43EF-8679-D00E9D6789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5831" y="3825875"/>
            <a:ext cx="1350962" cy="1350963"/>
          </a:xfrm>
          <a:custGeom>
            <a:avLst/>
            <a:gdLst>
              <a:gd name="connsiteX0" fmla="*/ 225165 w 1350962"/>
              <a:gd name="connsiteY0" fmla="*/ 0 h 1350963"/>
              <a:gd name="connsiteX1" fmla="*/ 1125797 w 1350962"/>
              <a:gd name="connsiteY1" fmla="*/ 0 h 1350963"/>
              <a:gd name="connsiteX2" fmla="*/ 1350962 w 1350962"/>
              <a:gd name="connsiteY2" fmla="*/ 225165 h 1350963"/>
              <a:gd name="connsiteX3" fmla="*/ 1350962 w 1350962"/>
              <a:gd name="connsiteY3" fmla="*/ 1125798 h 1350963"/>
              <a:gd name="connsiteX4" fmla="*/ 1125797 w 1350962"/>
              <a:gd name="connsiteY4" fmla="*/ 1350963 h 1350963"/>
              <a:gd name="connsiteX5" fmla="*/ 225165 w 1350962"/>
              <a:gd name="connsiteY5" fmla="*/ 1350963 h 1350963"/>
              <a:gd name="connsiteX6" fmla="*/ 0 w 1350962"/>
              <a:gd name="connsiteY6" fmla="*/ 1125798 h 1350963"/>
              <a:gd name="connsiteX7" fmla="*/ 0 w 1350962"/>
              <a:gd name="connsiteY7" fmla="*/ 225165 h 1350963"/>
              <a:gd name="connsiteX8" fmla="*/ 225165 w 1350962"/>
              <a:gd name="connsiteY8" fmla="*/ 0 h 135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0962" h="1350963">
                <a:moveTo>
                  <a:pt x="225165" y="0"/>
                </a:moveTo>
                <a:lnTo>
                  <a:pt x="1125797" y="0"/>
                </a:lnTo>
                <a:cubicBezTo>
                  <a:pt x="1250152" y="0"/>
                  <a:pt x="1350962" y="100810"/>
                  <a:pt x="1350962" y="225165"/>
                </a:cubicBezTo>
                <a:lnTo>
                  <a:pt x="1350962" y="1125798"/>
                </a:lnTo>
                <a:cubicBezTo>
                  <a:pt x="1350962" y="1250153"/>
                  <a:pt x="1250152" y="1350963"/>
                  <a:pt x="1125797" y="1350963"/>
                </a:cubicBezTo>
                <a:lnTo>
                  <a:pt x="225165" y="1350963"/>
                </a:lnTo>
                <a:cubicBezTo>
                  <a:pt x="100810" y="1350963"/>
                  <a:pt x="0" y="1250153"/>
                  <a:pt x="0" y="1125798"/>
                </a:cubicBezTo>
                <a:lnTo>
                  <a:pt x="0" y="225165"/>
                </a:lnTo>
                <a:cubicBezTo>
                  <a:pt x="0" y="100810"/>
                  <a:pt x="100810" y="0"/>
                  <a:pt x="22516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28A7B-8F36-BCD5-EB88-CE71FB1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2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4C924AE6-77D0-6A32-BB61-3F1F1063A6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7614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B7A24C-836B-4BC6-AF17-D2217E101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08700" y="1161143"/>
            <a:ext cx="4296227" cy="2148114"/>
          </a:xfrm>
          <a:prstGeom prst="roundRect">
            <a:avLst>
              <a:gd name="adj" fmla="val 1045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1E15E2F-DD7E-43EF-993D-B2BC10E234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83801" y="3520352"/>
            <a:ext cx="2425261" cy="2039257"/>
          </a:xfrm>
          <a:prstGeom prst="roundRect">
            <a:avLst>
              <a:gd name="adj" fmla="val 1152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E443B165-ECAF-619E-A68C-F32C4416C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4DFE7-A742-D8FD-6DBB-EB753C5CEE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90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42BF0C-4D46-4604-9634-5A701BE30F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1478" y="685800"/>
            <a:ext cx="4550922" cy="4550922"/>
          </a:xfrm>
          <a:custGeom>
            <a:avLst/>
            <a:gdLst>
              <a:gd name="connsiteX0" fmla="*/ 2275461 w 4550922"/>
              <a:gd name="connsiteY0" fmla="*/ 0 h 4550922"/>
              <a:gd name="connsiteX1" fmla="*/ 4550922 w 4550922"/>
              <a:gd name="connsiteY1" fmla="*/ 2275461 h 4550922"/>
              <a:gd name="connsiteX2" fmla="*/ 2275461 w 4550922"/>
              <a:gd name="connsiteY2" fmla="*/ 4550922 h 4550922"/>
              <a:gd name="connsiteX3" fmla="*/ 0 w 4550922"/>
              <a:gd name="connsiteY3" fmla="*/ 2275461 h 4550922"/>
              <a:gd name="connsiteX4" fmla="*/ 2275461 w 4550922"/>
              <a:gd name="connsiteY4" fmla="*/ 0 h 455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0922" h="4550922">
                <a:moveTo>
                  <a:pt x="2275461" y="0"/>
                </a:moveTo>
                <a:cubicBezTo>
                  <a:pt x="3532163" y="0"/>
                  <a:pt x="4550922" y="1018759"/>
                  <a:pt x="4550922" y="2275461"/>
                </a:cubicBezTo>
                <a:cubicBezTo>
                  <a:pt x="4550922" y="3532163"/>
                  <a:pt x="3532163" y="4550922"/>
                  <a:pt x="2275461" y="4550922"/>
                </a:cubicBezTo>
                <a:cubicBezTo>
                  <a:pt x="1018759" y="4550922"/>
                  <a:pt x="0" y="3532163"/>
                  <a:pt x="0" y="2275461"/>
                </a:cubicBezTo>
                <a:cubicBezTo>
                  <a:pt x="0" y="1018759"/>
                  <a:pt x="1018759" y="0"/>
                  <a:pt x="227546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446F88AC-274B-4591-9A09-57A165368F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3338" y="3733589"/>
            <a:ext cx="1940794" cy="1940794"/>
          </a:xfrm>
          <a:custGeom>
            <a:avLst/>
            <a:gdLst>
              <a:gd name="connsiteX0" fmla="*/ 970397 w 1940794"/>
              <a:gd name="connsiteY0" fmla="*/ 0 h 1940794"/>
              <a:gd name="connsiteX1" fmla="*/ 1940794 w 1940794"/>
              <a:gd name="connsiteY1" fmla="*/ 970397 h 1940794"/>
              <a:gd name="connsiteX2" fmla="*/ 970397 w 1940794"/>
              <a:gd name="connsiteY2" fmla="*/ 1940794 h 1940794"/>
              <a:gd name="connsiteX3" fmla="*/ 0 w 1940794"/>
              <a:gd name="connsiteY3" fmla="*/ 970397 h 1940794"/>
              <a:gd name="connsiteX4" fmla="*/ 970397 w 1940794"/>
              <a:gd name="connsiteY4" fmla="*/ 0 h 194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794" h="1940794">
                <a:moveTo>
                  <a:pt x="970397" y="0"/>
                </a:moveTo>
                <a:cubicBezTo>
                  <a:pt x="1506332" y="0"/>
                  <a:pt x="1940794" y="434462"/>
                  <a:pt x="1940794" y="970397"/>
                </a:cubicBezTo>
                <a:cubicBezTo>
                  <a:pt x="1940794" y="1506332"/>
                  <a:pt x="1506332" y="1940794"/>
                  <a:pt x="970397" y="1940794"/>
                </a:cubicBezTo>
                <a:cubicBezTo>
                  <a:pt x="434462" y="1940794"/>
                  <a:pt x="0" y="1506332"/>
                  <a:pt x="0" y="970397"/>
                </a:cubicBezTo>
                <a:cubicBezTo>
                  <a:pt x="0" y="434462"/>
                  <a:pt x="434462" y="0"/>
                  <a:pt x="9703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6815D-2F29-945D-3464-0CC04A4BDD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1978" y="1224098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F076F1D8-FF55-2842-0A94-7A7293905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7698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5C34F55-096A-47D1-9CBD-49682C8670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70352"/>
            <a:ext cx="5721530" cy="2105638"/>
          </a:xfrm>
          <a:custGeom>
            <a:avLst/>
            <a:gdLst>
              <a:gd name="connsiteX0" fmla="*/ 0 w 5721530"/>
              <a:gd name="connsiteY0" fmla="*/ 0 h 2105638"/>
              <a:gd name="connsiteX1" fmla="*/ 5478539 w 5721530"/>
              <a:gd name="connsiteY1" fmla="*/ 0 h 2105638"/>
              <a:gd name="connsiteX2" fmla="*/ 5721530 w 5721530"/>
              <a:gd name="connsiteY2" fmla="*/ 242991 h 2105638"/>
              <a:gd name="connsiteX3" fmla="*/ 5721530 w 5721530"/>
              <a:gd name="connsiteY3" fmla="*/ 1862647 h 2105638"/>
              <a:gd name="connsiteX4" fmla="*/ 5478539 w 5721530"/>
              <a:gd name="connsiteY4" fmla="*/ 2105638 h 2105638"/>
              <a:gd name="connsiteX5" fmla="*/ 0 w 5721530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1530" h="2105638">
                <a:moveTo>
                  <a:pt x="0" y="0"/>
                </a:moveTo>
                <a:lnTo>
                  <a:pt x="5478539" y="0"/>
                </a:lnTo>
                <a:cubicBezTo>
                  <a:pt x="5612739" y="0"/>
                  <a:pt x="5721530" y="108791"/>
                  <a:pt x="5721530" y="242991"/>
                </a:cubicBezTo>
                <a:lnTo>
                  <a:pt x="5721530" y="1862647"/>
                </a:lnTo>
                <a:cubicBezTo>
                  <a:pt x="5721530" y="1996847"/>
                  <a:pt x="5612739" y="2105638"/>
                  <a:pt x="5478539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49E3C4-AE15-4B36-8062-0ECAE1FF70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569810"/>
            <a:ext cx="3189449" cy="2105638"/>
          </a:xfrm>
          <a:custGeom>
            <a:avLst/>
            <a:gdLst>
              <a:gd name="connsiteX0" fmla="*/ 0 w 3189449"/>
              <a:gd name="connsiteY0" fmla="*/ 0 h 2105638"/>
              <a:gd name="connsiteX1" fmla="*/ 2946458 w 3189449"/>
              <a:gd name="connsiteY1" fmla="*/ 0 h 2105638"/>
              <a:gd name="connsiteX2" fmla="*/ 3189449 w 3189449"/>
              <a:gd name="connsiteY2" fmla="*/ 242991 h 2105638"/>
              <a:gd name="connsiteX3" fmla="*/ 3189449 w 3189449"/>
              <a:gd name="connsiteY3" fmla="*/ 1862647 h 2105638"/>
              <a:gd name="connsiteX4" fmla="*/ 2946458 w 3189449"/>
              <a:gd name="connsiteY4" fmla="*/ 2105638 h 2105638"/>
              <a:gd name="connsiteX5" fmla="*/ 0 w 3189449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9449" h="2105638">
                <a:moveTo>
                  <a:pt x="0" y="0"/>
                </a:moveTo>
                <a:lnTo>
                  <a:pt x="2946458" y="0"/>
                </a:lnTo>
                <a:cubicBezTo>
                  <a:pt x="3080658" y="0"/>
                  <a:pt x="3189449" y="108791"/>
                  <a:pt x="3189449" y="242991"/>
                </a:cubicBezTo>
                <a:lnTo>
                  <a:pt x="3189449" y="1862647"/>
                </a:lnTo>
                <a:cubicBezTo>
                  <a:pt x="3189449" y="1996847"/>
                  <a:pt x="3080658" y="2105638"/>
                  <a:pt x="2946458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8A8C-A243-F1B0-CF7C-A8504A15F5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96052890-F062-A301-BC29-834B47D13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57814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03078D-59A7-4935-A19F-637387C8D5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657600"/>
          </a:xfrm>
          <a:custGeom>
            <a:avLst/>
            <a:gdLst>
              <a:gd name="connsiteX0" fmla="*/ 0 w 12192000"/>
              <a:gd name="connsiteY0" fmla="*/ 0 h 3657600"/>
              <a:gd name="connsiteX1" fmla="*/ 12192000 w 12192000"/>
              <a:gd name="connsiteY1" fmla="*/ 0 h 3657600"/>
              <a:gd name="connsiteX2" fmla="*/ 12192000 w 12192000"/>
              <a:gd name="connsiteY2" fmla="*/ 3178875 h 3657600"/>
              <a:gd name="connsiteX3" fmla="*/ 11713275 w 12192000"/>
              <a:gd name="connsiteY3" fmla="*/ 3657600 h 3657600"/>
              <a:gd name="connsiteX4" fmla="*/ 478725 w 12192000"/>
              <a:gd name="connsiteY4" fmla="*/ 3657600 h 3657600"/>
              <a:gd name="connsiteX5" fmla="*/ 0 w 12192000"/>
              <a:gd name="connsiteY5" fmla="*/ 3178875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178875"/>
                </a:lnTo>
                <a:cubicBezTo>
                  <a:pt x="12192000" y="3443268"/>
                  <a:pt x="11977668" y="3657600"/>
                  <a:pt x="11713275" y="3657600"/>
                </a:cubicBezTo>
                <a:lnTo>
                  <a:pt x="478725" y="3657600"/>
                </a:lnTo>
                <a:cubicBezTo>
                  <a:pt x="214332" y="3657600"/>
                  <a:pt x="0" y="3443268"/>
                  <a:pt x="0" y="317887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E57461-E555-4DB4-AFAF-C292005EB9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85257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6CCAC54-BB23-4C64-A868-B190C66730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9572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0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FB9C39B-02F3-4BBE-8840-6427287ABF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5618" y="1293962"/>
            <a:ext cx="3515830" cy="5564038"/>
          </a:xfrm>
          <a:custGeom>
            <a:avLst/>
            <a:gdLst>
              <a:gd name="connsiteX0" fmla="*/ 271352 w 3515830"/>
              <a:gd name="connsiteY0" fmla="*/ 0 h 6165850"/>
              <a:gd name="connsiteX1" fmla="*/ 3244478 w 3515830"/>
              <a:gd name="connsiteY1" fmla="*/ 0 h 6165850"/>
              <a:gd name="connsiteX2" fmla="*/ 3515830 w 3515830"/>
              <a:gd name="connsiteY2" fmla="*/ 271352 h 6165850"/>
              <a:gd name="connsiteX3" fmla="*/ 3515830 w 3515830"/>
              <a:gd name="connsiteY3" fmla="*/ 6165850 h 6165850"/>
              <a:gd name="connsiteX4" fmla="*/ 0 w 3515830"/>
              <a:gd name="connsiteY4" fmla="*/ 6165850 h 6165850"/>
              <a:gd name="connsiteX5" fmla="*/ 0 w 3515830"/>
              <a:gd name="connsiteY5" fmla="*/ 271352 h 6165850"/>
              <a:gd name="connsiteX6" fmla="*/ 271352 w 3515830"/>
              <a:gd name="connsiteY6" fmla="*/ 0 h 616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5830" h="6165850">
                <a:moveTo>
                  <a:pt x="271352" y="0"/>
                </a:moveTo>
                <a:lnTo>
                  <a:pt x="3244478" y="0"/>
                </a:lnTo>
                <a:cubicBezTo>
                  <a:pt x="3394342" y="0"/>
                  <a:pt x="3515830" y="121488"/>
                  <a:pt x="3515830" y="271352"/>
                </a:cubicBezTo>
                <a:lnTo>
                  <a:pt x="3515830" y="6165850"/>
                </a:lnTo>
                <a:lnTo>
                  <a:pt x="0" y="6165850"/>
                </a:lnTo>
                <a:lnTo>
                  <a:pt x="0" y="271352"/>
                </a:lnTo>
                <a:cubicBezTo>
                  <a:pt x="0" y="121488"/>
                  <a:pt x="121488" y="0"/>
                  <a:pt x="2713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B4600D8C-AA8C-EA2C-7606-F17F7B157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327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DD4B3-3AFA-43CF-B99F-CA54EEA918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8448" y="1228164"/>
            <a:ext cx="2690675" cy="3139355"/>
          </a:xfrm>
          <a:custGeom>
            <a:avLst/>
            <a:gdLst>
              <a:gd name="connsiteX0" fmla="*/ 259758 w 2690675"/>
              <a:gd name="connsiteY0" fmla="*/ 0 h 3139355"/>
              <a:gd name="connsiteX1" fmla="*/ 2430917 w 2690675"/>
              <a:gd name="connsiteY1" fmla="*/ 0 h 3139355"/>
              <a:gd name="connsiteX2" fmla="*/ 2690675 w 2690675"/>
              <a:gd name="connsiteY2" fmla="*/ 259758 h 3139355"/>
              <a:gd name="connsiteX3" fmla="*/ 2690675 w 2690675"/>
              <a:gd name="connsiteY3" fmla="*/ 2879597 h 3139355"/>
              <a:gd name="connsiteX4" fmla="*/ 2430917 w 2690675"/>
              <a:gd name="connsiteY4" fmla="*/ 3139355 h 3139355"/>
              <a:gd name="connsiteX5" fmla="*/ 259758 w 2690675"/>
              <a:gd name="connsiteY5" fmla="*/ 3139355 h 3139355"/>
              <a:gd name="connsiteX6" fmla="*/ 0 w 2690675"/>
              <a:gd name="connsiteY6" fmla="*/ 2879597 h 3139355"/>
              <a:gd name="connsiteX7" fmla="*/ 0 w 2690675"/>
              <a:gd name="connsiteY7" fmla="*/ 259758 h 3139355"/>
              <a:gd name="connsiteX8" fmla="*/ 259758 w 2690675"/>
              <a:gd name="connsiteY8" fmla="*/ 0 h 313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0675" h="3139355">
                <a:moveTo>
                  <a:pt x="259758" y="0"/>
                </a:moveTo>
                <a:lnTo>
                  <a:pt x="2430917" y="0"/>
                </a:lnTo>
                <a:cubicBezTo>
                  <a:pt x="2574377" y="0"/>
                  <a:pt x="2690675" y="116298"/>
                  <a:pt x="2690675" y="259758"/>
                </a:cubicBezTo>
                <a:lnTo>
                  <a:pt x="2690675" y="2879597"/>
                </a:lnTo>
                <a:cubicBezTo>
                  <a:pt x="2690675" y="3023057"/>
                  <a:pt x="2574377" y="3139355"/>
                  <a:pt x="2430917" y="3139355"/>
                </a:cubicBezTo>
                <a:lnTo>
                  <a:pt x="259758" y="3139355"/>
                </a:lnTo>
                <a:cubicBezTo>
                  <a:pt x="116298" y="3139355"/>
                  <a:pt x="0" y="3023057"/>
                  <a:pt x="0" y="2879597"/>
                </a:cubicBezTo>
                <a:lnTo>
                  <a:pt x="0" y="259758"/>
                </a:lnTo>
                <a:cubicBezTo>
                  <a:pt x="0" y="116298"/>
                  <a:pt x="116298" y="0"/>
                  <a:pt x="25975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BC2389F-06E3-462D-B7A3-54F35FD424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8448" y="4536141"/>
            <a:ext cx="2690675" cy="2321859"/>
          </a:xfrm>
          <a:custGeom>
            <a:avLst/>
            <a:gdLst>
              <a:gd name="connsiteX0" fmla="*/ 263444 w 2690675"/>
              <a:gd name="connsiteY0" fmla="*/ 0 h 2321859"/>
              <a:gd name="connsiteX1" fmla="*/ 2427231 w 2690675"/>
              <a:gd name="connsiteY1" fmla="*/ 0 h 2321859"/>
              <a:gd name="connsiteX2" fmla="*/ 2690675 w 2690675"/>
              <a:gd name="connsiteY2" fmla="*/ 263444 h 2321859"/>
              <a:gd name="connsiteX3" fmla="*/ 2690675 w 2690675"/>
              <a:gd name="connsiteY3" fmla="*/ 2321859 h 2321859"/>
              <a:gd name="connsiteX4" fmla="*/ 0 w 2690675"/>
              <a:gd name="connsiteY4" fmla="*/ 2321859 h 2321859"/>
              <a:gd name="connsiteX5" fmla="*/ 0 w 2690675"/>
              <a:gd name="connsiteY5" fmla="*/ 263444 h 2321859"/>
              <a:gd name="connsiteX6" fmla="*/ 263444 w 2690675"/>
              <a:gd name="connsiteY6" fmla="*/ 0 h 2321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0675" h="2321859">
                <a:moveTo>
                  <a:pt x="263444" y="0"/>
                </a:moveTo>
                <a:lnTo>
                  <a:pt x="2427231" y="0"/>
                </a:lnTo>
                <a:cubicBezTo>
                  <a:pt x="2572727" y="0"/>
                  <a:pt x="2690675" y="117948"/>
                  <a:pt x="2690675" y="263444"/>
                </a:cubicBezTo>
                <a:lnTo>
                  <a:pt x="2690675" y="2321859"/>
                </a:lnTo>
                <a:lnTo>
                  <a:pt x="0" y="2321859"/>
                </a:lnTo>
                <a:lnTo>
                  <a:pt x="0" y="263444"/>
                </a:lnTo>
                <a:cubicBezTo>
                  <a:pt x="0" y="117948"/>
                  <a:pt x="117948" y="0"/>
                  <a:pt x="26344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9DC799F2-E3CE-CBB6-743F-AF3DED8F5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3189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CBC098-2059-47FB-BA1A-9D28FFCE5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6878" y="1386519"/>
            <a:ext cx="4598504" cy="4084962"/>
          </a:xfrm>
          <a:custGeom>
            <a:avLst/>
            <a:gdLst>
              <a:gd name="connsiteX0" fmla="*/ 216219 w 4598504"/>
              <a:gd name="connsiteY0" fmla="*/ 0 h 4084962"/>
              <a:gd name="connsiteX1" fmla="*/ 4382285 w 4598504"/>
              <a:gd name="connsiteY1" fmla="*/ 0 h 4084962"/>
              <a:gd name="connsiteX2" fmla="*/ 4598504 w 4598504"/>
              <a:gd name="connsiteY2" fmla="*/ 224754 h 4084962"/>
              <a:gd name="connsiteX3" fmla="*/ 4598504 w 4598504"/>
              <a:gd name="connsiteY3" fmla="*/ 3860208 h 4084962"/>
              <a:gd name="connsiteX4" fmla="*/ 4382285 w 4598504"/>
              <a:gd name="connsiteY4" fmla="*/ 4084962 h 4084962"/>
              <a:gd name="connsiteX5" fmla="*/ 216219 w 4598504"/>
              <a:gd name="connsiteY5" fmla="*/ 4084962 h 4084962"/>
              <a:gd name="connsiteX6" fmla="*/ 0 w 4598504"/>
              <a:gd name="connsiteY6" fmla="*/ 3860208 h 4084962"/>
              <a:gd name="connsiteX7" fmla="*/ 0 w 4598504"/>
              <a:gd name="connsiteY7" fmla="*/ 224754 h 4084962"/>
              <a:gd name="connsiteX8" fmla="*/ 216219 w 4598504"/>
              <a:gd name="connsiteY8" fmla="*/ 0 h 4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8504" h="4084962">
                <a:moveTo>
                  <a:pt x="216219" y="0"/>
                </a:moveTo>
                <a:lnTo>
                  <a:pt x="4382285" y="0"/>
                </a:lnTo>
                <a:cubicBezTo>
                  <a:pt x="4501700" y="0"/>
                  <a:pt x="4598504" y="100626"/>
                  <a:pt x="4598504" y="224754"/>
                </a:cubicBezTo>
                <a:lnTo>
                  <a:pt x="4598504" y="3860208"/>
                </a:lnTo>
                <a:cubicBezTo>
                  <a:pt x="4598504" y="3984337"/>
                  <a:pt x="4501700" y="4084962"/>
                  <a:pt x="4382285" y="4084962"/>
                </a:cubicBezTo>
                <a:lnTo>
                  <a:pt x="216219" y="4084962"/>
                </a:lnTo>
                <a:cubicBezTo>
                  <a:pt x="96804" y="4084962"/>
                  <a:pt x="0" y="3984337"/>
                  <a:pt x="0" y="3860208"/>
                </a:cubicBezTo>
                <a:lnTo>
                  <a:pt x="0" y="224754"/>
                </a:lnTo>
                <a:cubicBezTo>
                  <a:pt x="0" y="100626"/>
                  <a:pt x="96804" y="0"/>
                  <a:pt x="21621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E9AF0-7616-21E3-5C98-061DF965BA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8939" y="1336001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F7126D28-1710-8B0A-9FE3-780C7BDB2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6926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E613FC-630F-41A9-8B5F-7E0A9811FE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8496" y="1636393"/>
            <a:ext cx="4663685" cy="2593429"/>
          </a:xfrm>
          <a:custGeom>
            <a:avLst/>
            <a:gdLst>
              <a:gd name="connsiteX0" fmla="*/ 0 w 4663685"/>
              <a:gd name="connsiteY0" fmla="*/ 0 h 2593429"/>
              <a:gd name="connsiteX1" fmla="*/ 4663685 w 4663685"/>
              <a:gd name="connsiteY1" fmla="*/ 0 h 2593429"/>
              <a:gd name="connsiteX2" fmla="*/ 4663685 w 4663685"/>
              <a:gd name="connsiteY2" fmla="*/ 2593429 h 2593429"/>
              <a:gd name="connsiteX3" fmla="*/ 0 w 4663685"/>
              <a:gd name="connsiteY3" fmla="*/ 2593429 h 259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3685" h="2593429">
                <a:moveTo>
                  <a:pt x="0" y="0"/>
                </a:moveTo>
                <a:lnTo>
                  <a:pt x="4663685" y="0"/>
                </a:lnTo>
                <a:lnTo>
                  <a:pt x="4663685" y="2593429"/>
                </a:lnTo>
                <a:lnTo>
                  <a:pt x="0" y="25934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C236A3-B433-0AE0-6F6C-ADA9651FE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179E1205-A18D-C19B-8A8D-DE6B6F8A76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274588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16B878-D898-4DC6-B0C9-591ECD6BB3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08408" y="1184719"/>
            <a:ext cx="3998913" cy="3464418"/>
          </a:xfrm>
          <a:custGeom>
            <a:avLst/>
            <a:gdLst>
              <a:gd name="connsiteX0" fmla="*/ 797719 w 3998913"/>
              <a:gd name="connsiteY0" fmla="*/ 0 h 3464418"/>
              <a:gd name="connsiteX1" fmla="*/ 3998913 w 3998913"/>
              <a:gd name="connsiteY1" fmla="*/ 1042987 h 3464418"/>
              <a:gd name="connsiteX2" fmla="*/ 2955132 w 3998913"/>
              <a:gd name="connsiteY2" fmla="*/ 3464418 h 3464418"/>
              <a:gd name="connsiteX3" fmla="*/ 0 w 3998913"/>
              <a:gd name="connsiteY3" fmla="*/ 2053925 h 346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8913" h="3464418">
                <a:moveTo>
                  <a:pt x="797719" y="0"/>
                </a:moveTo>
                <a:lnTo>
                  <a:pt x="3998913" y="1042987"/>
                </a:lnTo>
                <a:lnTo>
                  <a:pt x="2955132" y="3464418"/>
                </a:lnTo>
                <a:lnTo>
                  <a:pt x="0" y="20539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D2D6CE0-6ED7-9932-A25D-6C78B96C04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9816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B67DA887-9F84-22FB-B421-0661EAAC2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632391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3018D256-3379-1261-2756-0E03D91FD6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2182" y="2254310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Content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73443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9C91FAB-7600-4BD4-9C63-4F2FF2C19190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033F4D4-3759-9686-A151-BCD88D73B31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7FA6E7-65F0-D157-230E-E133AE5B7C49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9596BA-FA3C-FECA-CE6B-0FE9A75849FF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DBB012-6E51-E4D2-FD3D-D1018C8824BA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240E645-110E-ADBD-F2D3-778CE36F2F4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6DBCF7E-5E9B-069B-1C52-7A3DB6F1D5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70128EB-0346-668B-A9B0-67DF00EBB41C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856A4E8-27FD-BFBA-3828-9942048D1AFA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09095-60AE-5ED3-A9FE-AFD9AA54D7C5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4F06C35-BD39-D9DE-3580-1DA4138DD320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9246507-7C93-EE4C-21C0-E1CF0DD19F41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36B2EDF-FA8B-0FF0-B921-AD246B9C4F0D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302EA32-D69C-3C2D-A97F-3DE91E991140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0149D19-3080-E0DB-ECC1-E6B14E5A9525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3C35910-DE2C-5F17-06B5-86CF42CCC189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C55CF612-C43B-51DF-975B-0DFDF01B422F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B778DA9-F800-B347-3086-3C3B52FC983A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D60B837-3C73-ABDF-1D45-51DD74F22FE3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FD26E8D-68B6-0C0F-31F1-2B45F2035DDB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7C2ACBA-5639-4B2A-8BF7-098ABF023151}"/>
              </a:ext>
            </a:extLst>
          </p:cNvPr>
          <p:cNvSpPr txBox="1"/>
          <p:nvPr userDrawn="1"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PowerShell + DevOps </a:t>
            </a:r>
            <a:r>
              <a:rPr lang="en-US" sz="1400" b="1" kern="1200" dirty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Global Summit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7BFD9-1464-4228-FCE9-787B77E2F4BB}"/>
              </a:ext>
            </a:extLst>
          </p:cNvPr>
          <p:cNvSpPr txBox="1"/>
          <p:nvPr userDrawn="1"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13-16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2026</a:t>
            </a:r>
          </a:p>
        </p:txBody>
      </p:sp>
      <p:pic>
        <p:nvPicPr>
          <p:cNvPr id="2" name="Picture 2" descr="See the source image">
            <a:extLst>
              <a:ext uri="{FF2B5EF4-FFF2-40B4-BE49-F238E27FC236}">
                <a16:creationId xmlns:a16="http://schemas.microsoft.com/office/drawing/2014/main" id="{8BC9188D-0421-911F-9F07-68606BC9BD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00CA1F1-F557-714B-4166-78EB6EB1A08E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739775" y="185585"/>
            <a:ext cx="2177038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25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704A31F-EF31-8A4E-E0EA-3FDA4D928352}"/>
              </a:ext>
            </a:extLst>
          </p:cNvPr>
          <p:cNvGrpSpPr/>
          <p:nvPr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C0254C9C-EA6C-E992-5E15-12F67B3792B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06A943-9F41-D2D2-35EF-E9D15A5FFB3A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DBD74D0-1798-E843-EF53-4BE8BD460B32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41B640-242B-BBEE-87A2-DECA4D0E842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8247B6E2-0E43-A316-1835-E4CA57E6EA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17">
              <a:extLst>
                <a:ext uri="{FF2B5EF4-FFF2-40B4-BE49-F238E27FC236}">
                  <a16:creationId xmlns:a16="http://schemas.microsoft.com/office/drawing/2014/main" id="{DEA90EB9-5D84-CF3B-7C71-395E3D0A9C4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6597D9-93AD-9E14-EDAC-083BDB7BEC40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2FDCBFD3-E3B5-F202-C374-7A95F5980DF9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30">
              <a:extLst>
                <a:ext uri="{FF2B5EF4-FFF2-40B4-BE49-F238E27FC236}">
                  <a16:creationId xmlns:a16="http://schemas.microsoft.com/office/drawing/2014/main" id="{4CAAB506-027A-B25A-7408-B6918C2B0163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2D002183-573B-F6C2-C349-0A7346C31DDC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3458DB6B-84AB-BE00-A98D-033DBF7F3CEC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7">
              <a:extLst>
                <a:ext uri="{FF2B5EF4-FFF2-40B4-BE49-F238E27FC236}">
                  <a16:creationId xmlns:a16="http://schemas.microsoft.com/office/drawing/2014/main" id="{A4B62397-A998-6F3C-912A-C7000F3EB74F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7931AB27-D710-9446-950E-954D34D125A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41">
              <a:extLst>
                <a:ext uri="{FF2B5EF4-FFF2-40B4-BE49-F238E27FC236}">
                  <a16:creationId xmlns:a16="http://schemas.microsoft.com/office/drawing/2014/main" id="{AEBA23FB-8045-6B45-9D71-2C118614C548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43">
              <a:extLst>
                <a:ext uri="{FF2B5EF4-FFF2-40B4-BE49-F238E27FC236}">
                  <a16:creationId xmlns:a16="http://schemas.microsoft.com/office/drawing/2014/main" id="{47D2A404-7850-6367-8C68-611A09CDC560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45">
              <a:extLst>
                <a:ext uri="{FF2B5EF4-FFF2-40B4-BE49-F238E27FC236}">
                  <a16:creationId xmlns:a16="http://schemas.microsoft.com/office/drawing/2014/main" id="{C1C989C5-A407-B562-B713-576A2485A695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7">
              <a:extLst>
                <a:ext uri="{FF2B5EF4-FFF2-40B4-BE49-F238E27FC236}">
                  <a16:creationId xmlns:a16="http://schemas.microsoft.com/office/drawing/2014/main" id="{1350824C-89AB-C83C-C91C-B70EF5D0AC7E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9">
              <a:extLst>
                <a:ext uri="{FF2B5EF4-FFF2-40B4-BE49-F238E27FC236}">
                  <a16:creationId xmlns:a16="http://schemas.microsoft.com/office/drawing/2014/main" id="{23D3AF71-F4C0-BAED-244E-DCBD08F3EA61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758A5ADF-01F4-3710-BF33-47A561494866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73641AE-B080-7FF6-1C78-E41F6FD55660}"/>
              </a:ext>
            </a:extLst>
          </p:cNvPr>
          <p:cNvSpPr txBox="1"/>
          <p:nvPr/>
        </p:nvSpPr>
        <p:spPr>
          <a:xfrm>
            <a:off x="196647" y="1402445"/>
            <a:ext cx="117987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7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C4B Implementation Journey for Local Government</a:t>
            </a:r>
            <a:endParaRPr lang="en-US" sz="7200" b="1" dirty="0">
              <a:ln>
                <a:solidFill>
                  <a:schemeClr val="bg1"/>
                </a:solidFill>
              </a:ln>
              <a:gradFill flip="none" rotWithShape="1"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  <a:tileRect/>
              </a:gra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D6FF6D-E209-303E-C09F-D0BED1E668CB}"/>
              </a:ext>
            </a:extLst>
          </p:cNvPr>
          <p:cNvSpPr txBox="1"/>
          <p:nvPr/>
        </p:nvSpPr>
        <p:spPr>
          <a:xfrm>
            <a:off x="3363958" y="3960262"/>
            <a:ext cx="5290495" cy="43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spc="400" dirty="0">
                <a:solidFill>
                  <a:schemeClr val="bg1"/>
                </a:solidFill>
                <a:latin typeface="Play" panose="00000500000000000000" pitchFamily="2" charset="0"/>
                <a:cs typeface="Space Grotesk" pitchFamily="2" charset="0"/>
              </a:rPr>
              <a:t>Jarom Hein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03A83D-15FC-86E3-E67D-0B27149CEBD7}"/>
              </a:ext>
            </a:extLst>
          </p:cNvPr>
          <p:cNvSpPr txBox="1"/>
          <p:nvPr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1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93C3EE-8D33-5092-8947-C57C4C294033}"/>
              </a:ext>
            </a:extLst>
          </p:cNvPr>
          <p:cNvSpPr/>
          <p:nvPr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FDE28B2-7605-D9E6-2B25-4FE00842F4E8}"/>
              </a:ext>
            </a:extLst>
          </p:cNvPr>
          <p:cNvSpPr/>
          <p:nvPr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33110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of a chocolate bar&#10;&#10;AI-generated content may be incorrect.">
            <a:extLst>
              <a:ext uri="{FF2B5EF4-FFF2-40B4-BE49-F238E27FC236}">
                <a16:creationId xmlns:a16="http://schemas.microsoft.com/office/drawing/2014/main" id="{4C8B71A1-F742-31A9-70E6-B39CC1967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3709"/>
            <a:ext cx="12192000" cy="553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F75DDF-7AEE-B475-5AFF-77D967257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700"/>
              <a:t>How did I end up here?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3E1955-589B-23DB-2766-455ED54459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BA in Trumpet Performance</a:t>
            </a:r>
          </a:p>
          <a:p>
            <a:r>
              <a:rPr lang="en-US" sz="2000" dirty="0">
                <a:solidFill>
                  <a:schemeClr val="tx1"/>
                </a:solidFill>
              </a:rPr>
              <a:t>Legal Secretary</a:t>
            </a:r>
          </a:p>
          <a:p>
            <a:r>
              <a:rPr lang="en-US" sz="2000" dirty="0">
                <a:solidFill>
                  <a:schemeClr val="tx1"/>
                </a:solidFill>
              </a:rPr>
              <a:t>Paralegal</a:t>
            </a:r>
          </a:p>
          <a:p>
            <a:r>
              <a:rPr lang="en-US" sz="2000" dirty="0">
                <a:solidFill>
                  <a:schemeClr val="tx1"/>
                </a:solidFill>
              </a:rPr>
              <a:t>Business Application Analyst</a:t>
            </a:r>
          </a:p>
          <a:p>
            <a:r>
              <a:rPr lang="en-US" sz="2000" dirty="0">
                <a:solidFill>
                  <a:schemeClr val="tx1"/>
                </a:solidFill>
              </a:rPr>
              <a:t>Application Administrator</a:t>
            </a:r>
          </a:p>
          <a:p>
            <a:r>
              <a:rPr lang="en-US" sz="2000" dirty="0">
                <a:solidFill>
                  <a:schemeClr val="tx1"/>
                </a:solidFill>
              </a:rPr>
              <a:t>Application Division Manager</a:t>
            </a:r>
          </a:p>
          <a:p>
            <a:pPr marL="0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7E96EA3-1680-B80C-0DD8-C0BC05F5A5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062" r="4" b="4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  <a:solidFill>
            <a:srgbClr val="000000">
              <a:lumMod val="85000"/>
            </a:srgbClr>
          </a:solidFill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4D05588-179A-416B-974D-34D3F551F092}"/>
              </a:ext>
            </a:extLst>
          </p:cNvPr>
          <p:cNvGrpSpPr/>
          <p:nvPr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05B8C3F-028C-BF34-E609-0F6A209CBD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6C9CD7-F9F0-74D3-07AE-A52F5D58DCA7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A548D-8811-7DB4-7DA9-97BD1E71A75B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95A84E0-757D-317C-8F06-D4EC8187C611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5B0ED6B-55C7-E101-2F03-FBADF3FC8F0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17FFC311-3D90-6C19-C12F-2D586E84F39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3EFB56E-6F3E-F60C-4493-5BF0DBC4DCEE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C5B3DF7B-0DC9-8BF7-C133-D8D2B7E9A6B6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7F5031CF-8A7C-89CA-E8B3-8F1F91939C96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32">
              <a:extLst>
                <a:ext uri="{FF2B5EF4-FFF2-40B4-BE49-F238E27FC236}">
                  <a16:creationId xmlns:a16="http://schemas.microsoft.com/office/drawing/2014/main" id="{D3EBC049-B0F9-FF1B-0AAE-C8DE82F5EDAE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35">
              <a:extLst>
                <a:ext uri="{FF2B5EF4-FFF2-40B4-BE49-F238E27FC236}">
                  <a16:creationId xmlns:a16="http://schemas.microsoft.com/office/drawing/2014/main" id="{4FE0FE43-912B-7E8D-11C0-4A8731E11B61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37">
              <a:extLst>
                <a:ext uri="{FF2B5EF4-FFF2-40B4-BE49-F238E27FC236}">
                  <a16:creationId xmlns:a16="http://schemas.microsoft.com/office/drawing/2014/main" id="{F6E11F4E-113F-3174-E547-D02CAC8B6910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39">
              <a:extLst>
                <a:ext uri="{FF2B5EF4-FFF2-40B4-BE49-F238E27FC236}">
                  <a16:creationId xmlns:a16="http://schemas.microsoft.com/office/drawing/2014/main" id="{C55C6185-34EB-CA8A-270E-B4C61EF684D9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41">
              <a:extLst>
                <a:ext uri="{FF2B5EF4-FFF2-40B4-BE49-F238E27FC236}">
                  <a16:creationId xmlns:a16="http://schemas.microsoft.com/office/drawing/2014/main" id="{F8E6AF17-125C-EB3C-BCDD-FE5F45394959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43">
              <a:extLst>
                <a:ext uri="{FF2B5EF4-FFF2-40B4-BE49-F238E27FC236}">
                  <a16:creationId xmlns:a16="http://schemas.microsoft.com/office/drawing/2014/main" id="{C8A35B90-76AD-33A2-0C3C-29956E79E708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45">
              <a:extLst>
                <a:ext uri="{FF2B5EF4-FFF2-40B4-BE49-F238E27FC236}">
                  <a16:creationId xmlns:a16="http://schemas.microsoft.com/office/drawing/2014/main" id="{C946ECC2-5DDF-53AA-14D1-8258D92D6998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47">
              <a:extLst>
                <a:ext uri="{FF2B5EF4-FFF2-40B4-BE49-F238E27FC236}">
                  <a16:creationId xmlns:a16="http://schemas.microsoft.com/office/drawing/2014/main" id="{D9238406-71D7-C2F1-2357-034C7F3C45DD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49">
              <a:extLst>
                <a:ext uri="{FF2B5EF4-FFF2-40B4-BE49-F238E27FC236}">
                  <a16:creationId xmlns:a16="http://schemas.microsoft.com/office/drawing/2014/main" id="{EFD63016-4B7D-323A-9E45-D1719845FAF6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51">
              <a:extLst>
                <a:ext uri="{FF2B5EF4-FFF2-40B4-BE49-F238E27FC236}">
                  <a16:creationId xmlns:a16="http://schemas.microsoft.com/office/drawing/2014/main" id="{152130EC-9AB2-50A5-7445-E435855B4CFA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88DBA68-B269-9581-B17F-1085CA9B2321}"/>
              </a:ext>
            </a:extLst>
          </p:cNvPr>
          <p:cNvSpPr txBox="1"/>
          <p:nvPr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Space Grotesk" pitchFamily="2" charset="0"/>
                <a:cs typeface="Space Grotesk" pitchFamily="2" charset="0"/>
              </a:rPr>
              <a:t>PowerShell + DevOps </a:t>
            </a:r>
            <a:r>
              <a:rPr lang="en-US" sz="1400" b="1" kern="1200" dirty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Global Summit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30F461-FEEB-9935-D3D7-13E904F344AE}"/>
              </a:ext>
            </a:extLst>
          </p:cNvPr>
          <p:cNvSpPr txBox="1"/>
          <p:nvPr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13-16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2026</a:t>
            </a:r>
          </a:p>
        </p:txBody>
      </p:sp>
      <p:pic>
        <p:nvPicPr>
          <p:cNvPr id="36" name="Picture 2" descr="See the source image">
            <a:extLst>
              <a:ext uri="{FF2B5EF4-FFF2-40B4-BE49-F238E27FC236}">
                <a16:creationId xmlns:a16="http://schemas.microsoft.com/office/drawing/2014/main" id="{72A40AAC-4A10-8C20-4E36-5186412C1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484B614F-7C97-F394-6797-402051AE4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9775" y="185585"/>
            <a:ext cx="2177038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39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E11E5C-5A62-492F-D9A0-468510BDA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 Admin Perspective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1">
            <a:extLst>
              <a:ext uri="{FF2B5EF4-FFF2-40B4-BE49-F238E27FC236}">
                <a16:creationId xmlns:a16="http://schemas.microsoft.com/office/drawing/2014/main" id="{50D74C2F-8ED2-13F8-935B-090D8E9290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8688757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A2A04A7F-2EE5-4D58-0509-76E0A6F87EDD}"/>
              </a:ext>
            </a:extLst>
          </p:cNvPr>
          <p:cNvGrpSpPr/>
          <p:nvPr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C3061FFE-69EE-3A47-8622-9E0DD6FFCF0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727E76-A7FC-7F9E-E1F3-C95EB23E1954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561DA7-9276-8F1C-69F5-B670BAB3A706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B715D7E-3808-2C5A-7A11-ECB3A0EBCA14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D9E3DD4F-04C7-10D0-B8EE-FB5F937B4E0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269ED71-4452-A7B8-0742-04F0757E2C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036D648-F633-E2F6-8B16-A548CA3AF59B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28">
              <a:extLst>
                <a:ext uri="{FF2B5EF4-FFF2-40B4-BE49-F238E27FC236}">
                  <a16:creationId xmlns:a16="http://schemas.microsoft.com/office/drawing/2014/main" id="{229EFBB6-9F69-A8CD-A160-D5DDE0CAF1F4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30">
              <a:extLst>
                <a:ext uri="{FF2B5EF4-FFF2-40B4-BE49-F238E27FC236}">
                  <a16:creationId xmlns:a16="http://schemas.microsoft.com/office/drawing/2014/main" id="{D253A7EC-CDD8-6AA8-63FF-F86E0B41356D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32">
              <a:extLst>
                <a:ext uri="{FF2B5EF4-FFF2-40B4-BE49-F238E27FC236}">
                  <a16:creationId xmlns:a16="http://schemas.microsoft.com/office/drawing/2014/main" id="{4F2FF54D-CD7F-4559-D99F-3296C00B1C74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35">
              <a:extLst>
                <a:ext uri="{FF2B5EF4-FFF2-40B4-BE49-F238E27FC236}">
                  <a16:creationId xmlns:a16="http://schemas.microsoft.com/office/drawing/2014/main" id="{F8C46ED2-B388-0E25-2DA1-484BED64772C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37">
              <a:extLst>
                <a:ext uri="{FF2B5EF4-FFF2-40B4-BE49-F238E27FC236}">
                  <a16:creationId xmlns:a16="http://schemas.microsoft.com/office/drawing/2014/main" id="{7E8E6E9E-CA96-8012-F9D1-920818B368E8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39">
              <a:extLst>
                <a:ext uri="{FF2B5EF4-FFF2-40B4-BE49-F238E27FC236}">
                  <a16:creationId xmlns:a16="http://schemas.microsoft.com/office/drawing/2014/main" id="{8D7A04DB-9447-D691-6A25-FA5C653AF07D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41">
              <a:extLst>
                <a:ext uri="{FF2B5EF4-FFF2-40B4-BE49-F238E27FC236}">
                  <a16:creationId xmlns:a16="http://schemas.microsoft.com/office/drawing/2014/main" id="{07EA32FD-BEBD-0979-AE43-6674D8762395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43">
              <a:extLst>
                <a:ext uri="{FF2B5EF4-FFF2-40B4-BE49-F238E27FC236}">
                  <a16:creationId xmlns:a16="http://schemas.microsoft.com/office/drawing/2014/main" id="{6BFAABEC-E6E5-FC55-BA18-4BA792E431A3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45">
              <a:extLst>
                <a:ext uri="{FF2B5EF4-FFF2-40B4-BE49-F238E27FC236}">
                  <a16:creationId xmlns:a16="http://schemas.microsoft.com/office/drawing/2014/main" id="{2EF971AF-C431-8405-2B1C-657C81D56034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47">
              <a:extLst>
                <a:ext uri="{FF2B5EF4-FFF2-40B4-BE49-F238E27FC236}">
                  <a16:creationId xmlns:a16="http://schemas.microsoft.com/office/drawing/2014/main" id="{19A60B1D-C708-2D47-06DE-684A10E069EF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49">
              <a:extLst>
                <a:ext uri="{FF2B5EF4-FFF2-40B4-BE49-F238E27FC236}">
                  <a16:creationId xmlns:a16="http://schemas.microsoft.com/office/drawing/2014/main" id="{BFF8F103-C9BE-602D-71A4-A3DB24A176D1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51">
              <a:extLst>
                <a:ext uri="{FF2B5EF4-FFF2-40B4-BE49-F238E27FC236}">
                  <a16:creationId xmlns:a16="http://schemas.microsoft.com/office/drawing/2014/main" id="{1351CE32-9FAE-C467-3FDC-BCC54C55941E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4B04FDC-09CF-7C67-A9C2-2645AA36722F}"/>
              </a:ext>
            </a:extLst>
          </p:cNvPr>
          <p:cNvSpPr txBox="1"/>
          <p:nvPr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Space Grotesk" pitchFamily="2" charset="0"/>
                <a:cs typeface="Space Grotesk" pitchFamily="2" charset="0"/>
              </a:rPr>
              <a:t>PowerShell + DevOps </a:t>
            </a:r>
            <a:r>
              <a:rPr lang="en-US" sz="1400" b="1" kern="1200" dirty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Global Summit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853AB3-6011-DCB8-0D3E-0A27D9DE2E8F}"/>
              </a:ext>
            </a:extLst>
          </p:cNvPr>
          <p:cNvSpPr txBox="1"/>
          <p:nvPr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13-16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2026</a:t>
            </a:r>
          </a:p>
        </p:txBody>
      </p:sp>
      <p:pic>
        <p:nvPicPr>
          <p:cNvPr id="34" name="Picture 2" descr="See the source image">
            <a:extLst>
              <a:ext uri="{FF2B5EF4-FFF2-40B4-BE49-F238E27FC236}">
                <a16:creationId xmlns:a16="http://schemas.microsoft.com/office/drawing/2014/main" id="{5C6DB8C8-3619-1FB9-7B72-986120A94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8CBEDC00-F04A-0CE0-0538-0E06F59ADC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9775" y="185585"/>
            <a:ext cx="2177038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5596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E18B87-41EF-7226-0DC9-54E15703E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000">
                <a:solidFill>
                  <a:schemeClr val="tx1"/>
                </a:solidFill>
              </a:rPr>
              <a:t>Auditing hundreds of Applications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A6257D-A374-6645-659E-D6A1104516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72" r="17580" b="-2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CE99C4-76A4-0F8F-819C-C19CEFE7488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Text Placeholder 3">
            <a:extLst>
              <a:ext uri="{FF2B5EF4-FFF2-40B4-BE49-F238E27FC236}">
                <a16:creationId xmlns:a16="http://schemas.microsoft.com/office/drawing/2014/main" id="{1351468E-F149-A78F-C45B-E51E2A12AF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2319415"/>
              </p:ext>
            </p:extLst>
          </p:nvPr>
        </p:nvGraphicFramePr>
        <p:xfrm>
          <a:off x="6417734" y="2614612"/>
          <a:ext cx="5291663" cy="3752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14740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D65BB66-1E05-B29B-E7E4-293EF700B8F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6556" r="16556"/>
          <a:stretch>
            <a:fillRect/>
          </a:stretch>
        </p:blipFill>
        <p:spPr>
          <a:custGeom>
            <a:avLst/>
            <a:gdLst>
              <a:gd name="connsiteX0" fmla="*/ 216219 w 4598504"/>
              <a:gd name="connsiteY0" fmla="*/ 0 h 4084962"/>
              <a:gd name="connsiteX1" fmla="*/ 4382285 w 4598504"/>
              <a:gd name="connsiteY1" fmla="*/ 0 h 4084962"/>
              <a:gd name="connsiteX2" fmla="*/ 4598504 w 4598504"/>
              <a:gd name="connsiteY2" fmla="*/ 224754 h 4084962"/>
              <a:gd name="connsiteX3" fmla="*/ 4598504 w 4598504"/>
              <a:gd name="connsiteY3" fmla="*/ 3860208 h 4084962"/>
              <a:gd name="connsiteX4" fmla="*/ 4382285 w 4598504"/>
              <a:gd name="connsiteY4" fmla="*/ 4084962 h 4084962"/>
              <a:gd name="connsiteX5" fmla="*/ 216219 w 4598504"/>
              <a:gd name="connsiteY5" fmla="*/ 4084962 h 4084962"/>
              <a:gd name="connsiteX6" fmla="*/ 0 w 4598504"/>
              <a:gd name="connsiteY6" fmla="*/ 3860208 h 4084962"/>
              <a:gd name="connsiteX7" fmla="*/ 0 w 4598504"/>
              <a:gd name="connsiteY7" fmla="*/ 224754 h 4084962"/>
              <a:gd name="connsiteX8" fmla="*/ 216219 w 4598504"/>
              <a:gd name="connsiteY8" fmla="*/ 0 h 4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8504" h="4084962">
                <a:moveTo>
                  <a:pt x="216219" y="0"/>
                </a:moveTo>
                <a:lnTo>
                  <a:pt x="4382285" y="0"/>
                </a:lnTo>
                <a:cubicBezTo>
                  <a:pt x="4501700" y="0"/>
                  <a:pt x="4598504" y="100626"/>
                  <a:pt x="4598504" y="224754"/>
                </a:cubicBezTo>
                <a:lnTo>
                  <a:pt x="4598504" y="3860208"/>
                </a:lnTo>
                <a:cubicBezTo>
                  <a:pt x="4598504" y="3984337"/>
                  <a:pt x="4501700" y="4084962"/>
                  <a:pt x="4382285" y="4084962"/>
                </a:cubicBezTo>
                <a:lnTo>
                  <a:pt x="216219" y="4084962"/>
                </a:lnTo>
                <a:cubicBezTo>
                  <a:pt x="96804" y="4084962"/>
                  <a:pt x="0" y="3984337"/>
                  <a:pt x="0" y="3860208"/>
                </a:cubicBezTo>
                <a:lnTo>
                  <a:pt x="0" y="224754"/>
                </a:lnTo>
                <a:cubicBezTo>
                  <a:pt x="0" y="100626"/>
                  <a:pt x="96804" y="0"/>
                  <a:pt x="216219" y="0"/>
                </a:cubicBezTo>
                <a:close/>
              </a:path>
            </a:pathLst>
          </a:custGeom>
          <a:solidFill>
            <a:srgbClr val="000000">
              <a:lumMod val="85000"/>
            </a:srgbClr>
          </a:solidFill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85AC3-CF4D-AD8D-FEF3-7D8E07590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800+ employees</a:t>
            </a:r>
          </a:p>
          <a:p>
            <a:r>
              <a:rPr lang="en-US" dirty="0">
                <a:solidFill>
                  <a:schemeClr val="tx1"/>
                </a:solidFill>
              </a:rPr>
              <a:t>Resistance to change</a:t>
            </a:r>
          </a:p>
          <a:p>
            <a:r>
              <a:rPr lang="en-US" dirty="0">
                <a:solidFill>
                  <a:schemeClr val="tx1"/>
                </a:solidFill>
              </a:rPr>
              <a:t>Same-Same but Different</a:t>
            </a:r>
          </a:p>
          <a:p>
            <a:r>
              <a:rPr lang="en-US" dirty="0">
                <a:solidFill>
                  <a:schemeClr val="tx1"/>
                </a:solidFill>
              </a:rPr>
              <a:t>Communication black hole</a:t>
            </a:r>
          </a:p>
          <a:p>
            <a:r>
              <a:rPr lang="en-US" dirty="0">
                <a:solidFill>
                  <a:schemeClr val="tx1"/>
                </a:solidFill>
              </a:rPr>
              <a:t>Listening to “feedback”</a:t>
            </a:r>
          </a:p>
          <a:p>
            <a:r>
              <a:rPr lang="en-US" dirty="0">
                <a:solidFill>
                  <a:schemeClr val="tx1"/>
                </a:solidFill>
              </a:rPr>
              <a:t>IT pushback</a:t>
            </a:r>
          </a:p>
          <a:p>
            <a:r>
              <a:rPr lang="en-US" dirty="0">
                <a:solidFill>
                  <a:schemeClr val="tx1"/>
                </a:solidFill>
              </a:rPr>
              <a:t>Education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D624D2-155D-F240-F480-F1A5F0A2C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People Problems</a:t>
            </a:r>
          </a:p>
        </p:txBody>
      </p:sp>
    </p:spTree>
    <p:extLst>
      <p:ext uri="{BB962C8B-B14F-4D97-AF65-F5344CB8AC3E}">
        <p14:creationId xmlns:p14="http://schemas.microsoft.com/office/powerpoint/2010/main" val="3816007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E8937E5F-C300-B097-C3F9-6EC4587B6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Implementation Hurdles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03965-42F2-6B0E-24BD-78334B8FB6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5484" y="2459116"/>
            <a:ext cx="3702579" cy="352482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Small team, big change</a:t>
            </a:r>
          </a:p>
          <a:p>
            <a:r>
              <a:rPr lang="en-US" sz="2400" dirty="0">
                <a:solidFill>
                  <a:srgbClr val="FFFFFF"/>
                </a:solidFill>
              </a:rPr>
              <a:t>GPO in a hybrid environment</a:t>
            </a:r>
          </a:p>
          <a:p>
            <a:r>
              <a:rPr lang="en-US" sz="2400" dirty="0">
                <a:solidFill>
                  <a:srgbClr val="FFFFFF"/>
                </a:solidFill>
              </a:rPr>
              <a:t>Changing from Nexus to </a:t>
            </a:r>
            <a:r>
              <a:rPr lang="en-US" sz="2400" dirty="0" err="1">
                <a:solidFill>
                  <a:srgbClr val="FFFFFF"/>
                </a:solidFill>
              </a:rPr>
              <a:t>Proget</a:t>
            </a:r>
            <a:endParaRPr lang="en-US" sz="24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A79501A-3D12-431C-8B30-C668DCD9965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6235" r="6235"/>
          <a:stretch>
            <a:fillRect/>
          </a:stretch>
        </p:blipFill>
        <p:spPr>
          <a:xfrm>
            <a:off x="6066015" y="787114"/>
            <a:ext cx="5285580" cy="5283771"/>
          </a:xfrm>
          <a:prstGeom prst="rect">
            <a:avLst/>
          </a:prstGeom>
          <a:solidFill>
            <a:srgbClr val="000000">
              <a:lumMod val="85000"/>
            </a:srgbClr>
          </a:solidFill>
        </p:spPr>
      </p:pic>
    </p:spTree>
    <p:extLst>
      <p:ext uri="{BB962C8B-B14F-4D97-AF65-F5344CB8AC3E}">
        <p14:creationId xmlns:p14="http://schemas.microsoft.com/office/powerpoint/2010/main" val="1008900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42CBF71-08FD-48E3-F039-5E0B1408988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6513" r="16513"/>
          <a:stretch>
            <a:fillRect/>
          </a:stretch>
        </p:blipFill>
        <p:spPr>
          <a:custGeom>
            <a:avLst/>
            <a:gdLst>
              <a:gd name="connsiteX0" fmla="*/ 227534 w 4839150"/>
              <a:gd name="connsiteY0" fmla="*/ 0 h 4135480"/>
              <a:gd name="connsiteX1" fmla="*/ 4611616 w 4839150"/>
              <a:gd name="connsiteY1" fmla="*/ 0 h 4135480"/>
              <a:gd name="connsiteX2" fmla="*/ 4839150 w 4839150"/>
              <a:gd name="connsiteY2" fmla="*/ 227534 h 4135480"/>
              <a:gd name="connsiteX3" fmla="*/ 4839150 w 4839150"/>
              <a:gd name="connsiteY3" fmla="*/ 3907946 h 4135480"/>
              <a:gd name="connsiteX4" fmla="*/ 4611616 w 4839150"/>
              <a:gd name="connsiteY4" fmla="*/ 4135480 h 4135480"/>
              <a:gd name="connsiteX5" fmla="*/ 227534 w 4839150"/>
              <a:gd name="connsiteY5" fmla="*/ 4135480 h 4135480"/>
              <a:gd name="connsiteX6" fmla="*/ 0 w 4839150"/>
              <a:gd name="connsiteY6" fmla="*/ 3907946 h 4135480"/>
              <a:gd name="connsiteX7" fmla="*/ 0 w 4839150"/>
              <a:gd name="connsiteY7" fmla="*/ 227534 h 4135480"/>
              <a:gd name="connsiteX8" fmla="*/ 227534 w 4839150"/>
              <a:gd name="connsiteY8" fmla="*/ 0 h 41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9150" h="4135480">
                <a:moveTo>
                  <a:pt x="227534" y="0"/>
                </a:moveTo>
                <a:lnTo>
                  <a:pt x="4611616" y="0"/>
                </a:lnTo>
                <a:cubicBezTo>
                  <a:pt x="4737280" y="0"/>
                  <a:pt x="4839150" y="101870"/>
                  <a:pt x="4839150" y="227534"/>
                </a:cubicBezTo>
                <a:lnTo>
                  <a:pt x="4839150" y="3907946"/>
                </a:lnTo>
                <a:cubicBezTo>
                  <a:pt x="4839150" y="4033610"/>
                  <a:pt x="4737280" y="4135480"/>
                  <a:pt x="4611616" y="4135480"/>
                </a:cubicBezTo>
                <a:lnTo>
                  <a:pt x="227534" y="4135480"/>
                </a:lnTo>
                <a:cubicBezTo>
                  <a:pt x="101870" y="4135480"/>
                  <a:pt x="0" y="4033610"/>
                  <a:pt x="0" y="3907946"/>
                </a:cubicBezTo>
                <a:lnTo>
                  <a:pt x="0" y="227534"/>
                </a:lnTo>
                <a:cubicBezTo>
                  <a:pt x="0" y="101870"/>
                  <a:pt x="101870" y="0"/>
                  <a:pt x="227534" y="0"/>
                </a:cubicBezTo>
                <a:close/>
              </a:path>
            </a:pathLst>
          </a:custGeom>
          <a:solidFill>
            <a:srgbClr val="000000">
              <a:lumMod val="85000"/>
            </a:srgbClr>
          </a:solid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CD282C3-8E1C-5230-0F61-62C0B8672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There can be only one</a:t>
            </a:r>
          </a:p>
        </p:txBody>
      </p:sp>
      <p:graphicFrame>
        <p:nvGraphicFramePr>
          <p:cNvPr id="8" name="Text Placeholder 2">
            <a:extLst>
              <a:ext uri="{FF2B5EF4-FFF2-40B4-BE49-F238E27FC236}">
                <a16:creationId xmlns:a16="http://schemas.microsoft.com/office/drawing/2014/main" id="{EF1E5CCF-FE97-E67D-F1FF-79D84200D6B8}"/>
              </a:ext>
            </a:extLst>
          </p:cNvPr>
          <p:cNvGraphicFramePr/>
          <p:nvPr/>
        </p:nvGraphicFramePr>
        <p:xfrm>
          <a:off x="6535728" y="1318989"/>
          <a:ext cx="4686184" cy="4135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87232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B4D1223-B56A-2947-6543-70890C5CF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dirty="0">
                <a:solidFill>
                  <a:schemeClr val="tx1"/>
                </a:solidFill>
              </a:rPr>
              <a:t>It’s so BIG!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C343A94-3AA9-009A-93F2-6DAE61A6320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4356" r="6456"/>
          <a:stretch>
            <a:fillRect/>
          </a:stretch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rgbClr val="000000">
              <a:lumMod val="85000"/>
            </a:srgbClr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44496-9D56-4DB2-3EAA-C77A8CE670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13788" y="2333297"/>
            <a:ext cx="4840010" cy="38436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Chocolatey limitations on package size</a:t>
            </a:r>
          </a:p>
          <a:p>
            <a:r>
              <a:rPr lang="en-US" sz="3600" dirty="0">
                <a:solidFill>
                  <a:schemeClr val="tx1"/>
                </a:solidFill>
              </a:rPr>
              <a:t>Download completed instantly with a small file</a:t>
            </a:r>
          </a:p>
          <a:p>
            <a:r>
              <a:rPr lang="en-US" sz="3600" dirty="0">
                <a:solidFill>
                  <a:schemeClr val="tx1"/>
                </a:solidFill>
              </a:rPr>
              <a:t>Checksum and size mismatches</a:t>
            </a: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CF6B155-338F-C704-841E-BFF4AF0C2B4C}"/>
              </a:ext>
            </a:extLst>
          </p:cNvPr>
          <p:cNvGrpSpPr/>
          <p:nvPr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4B907406-763D-9424-945C-B55A9D61931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252500C-3BCB-1C8A-394A-954B989DBD81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C0A8BD-35EE-332E-2A7A-EBD2EFBF9595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44EFA3-6F09-D4A5-030E-3C6887ADD649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EC4C4BF0-E398-5BE5-27BA-445E9501871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0E01D6A7-722E-38C4-2733-AD139E0399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0BA4345-F463-0A92-A19F-943708E46365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F0A66707-44F7-6778-FFF6-52371A260623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AAABB8A8-AE55-EFB8-E0A1-528601843132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CFF8BFC9-383D-0C4C-B054-D0C593FF2738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35">
              <a:extLst>
                <a:ext uri="{FF2B5EF4-FFF2-40B4-BE49-F238E27FC236}">
                  <a16:creationId xmlns:a16="http://schemas.microsoft.com/office/drawing/2014/main" id="{DCF5C152-320A-ADC4-27A5-D4086373BD01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37">
              <a:extLst>
                <a:ext uri="{FF2B5EF4-FFF2-40B4-BE49-F238E27FC236}">
                  <a16:creationId xmlns:a16="http://schemas.microsoft.com/office/drawing/2014/main" id="{80800634-2DCA-A884-DEA5-A31C4C8B7A7F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39">
              <a:extLst>
                <a:ext uri="{FF2B5EF4-FFF2-40B4-BE49-F238E27FC236}">
                  <a16:creationId xmlns:a16="http://schemas.microsoft.com/office/drawing/2014/main" id="{2CBC363F-6909-B0A2-8F27-EB656B357143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41">
              <a:extLst>
                <a:ext uri="{FF2B5EF4-FFF2-40B4-BE49-F238E27FC236}">
                  <a16:creationId xmlns:a16="http://schemas.microsoft.com/office/drawing/2014/main" id="{0AE505D6-BDE6-E3FD-51AF-343510F2674E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43">
              <a:extLst>
                <a:ext uri="{FF2B5EF4-FFF2-40B4-BE49-F238E27FC236}">
                  <a16:creationId xmlns:a16="http://schemas.microsoft.com/office/drawing/2014/main" id="{ADA6D66A-3BBF-54EB-68AC-AD434948AACF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45">
              <a:extLst>
                <a:ext uri="{FF2B5EF4-FFF2-40B4-BE49-F238E27FC236}">
                  <a16:creationId xmlns:a16="http://schemas.microsoft.com/office/drawing/2014/main" id="{F16945DB-0465-73E1-D450-B482B030DD73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47">
              <a:extLst>
                <a:ext uri="{FF2B5EF4-FFF2-40B4-BE49-F238E27FC236}">
                  <a16:creationId xmlns:a16="http://schemas.microsoft.com/office/drawing/2014/main" id="{3CF977FC-A37F-05D0-D469-C1E5D6218FDB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49">
              <a:extLst>
                <a:ext uri="{FF2B5EF4-FFF2-40B4-BE49-F238E27FC236}">
                  <a16:creationId xmlns:a16="http://schemas.microsoft.com/office/drawing/2014/main" id="{FEF540F4-333B-0439-D23B-DF8329367BA3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51">
              <a:extLst>
                <a:ext uri="{FF2B5EF4-FFF2-40B4-BE49-F238E27FC236}">
                  <a16:creationId xmlns:a16="http://schemas.microsoft.com/office/drawing/2014/main" id="{8F703D94-47D0-7357-70AC-3C377FB92E2F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D33BAE6-72E8-1263-1383-1FB44B54E6CF}"/>
              </a:ext>
            </a:extLst>
          </p:cNvPr>
          <p:cNvSpPr txBox="1"/>
          <p:nvPr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PowerShell + DevOps </a:t>
            </a:r>
            <a:r>
              <a:rPr lang="en-US" sz="1400" b="1" kern="1200" dirty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Global Summit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5DB71B-6822-BBAC-9899-C543B6F68C11}"/>
              </a:ext>
            </a:extLst>
          </p:cNvPr>
          <p:cNvSpPr txBox="1"/>
          <p:nvPr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13-16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2026</a:t>
            </a:r>
          </a:p>
        </p:txBody>
      </p:sp>
      <p:pic>
        <p:nvPicPr>
          <p:cNvPr id="32" name="Picture 2" descr="See the source image">
            <a:extLst>
              <a:ext uri="{FF2B5EF4-FFF2-40B4-BE49-F238E27FC236}">
                <a16:creationId xmlns:a16="http://schemas.microsoft.com/office/drawing/2014/main" id="{7767BDF9-2AB6-A143-4FD3-80E55893C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3FC40FB3-2DC8-013E-656D-8D7429382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9775" y="185585"/>
            <a:ext cx="2177038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519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5004B-11AD-A544-5B91-5B2665C771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What is that?</a:t>
            </a:r>
          </a:p>
          <a:p>
            <a:r>
              <a:rPr lang="en-US" sz="2400" dirty="0">
                <a:solidFill>
                  <a:schemeClr val="tx1"/>
                </a:solidFill>
              </a:rPr>
              <a:t>Why is it downloading an HTML file instead of a ZIP?</a:t>
            </a:r>
          </a:p>
          <a:p>
            <a:r>
              <a:rPr lang="en-US" sz="2400" dirty="0">
                <a:solidFill>
                  <a:schemeClr val="tx1"/>
                </a:solidFill>
              </a:rPr>
              <a:t>Chocolatey feed authentication ≠ </a:t>
            </a:r>
            <a:r>
              <a:rPr lang="en-US" sz="2400" dirty="0" err="1">
                <a:solidFill>
                  <a:schemeClr val="tx1"/>
                </a:solidFill>
              </a:rPr>
              <a:t>ProGet</a:t>
            </a:r>
            <a:r>
              <a:rPr lang="en-US" sz="2400" dirty="0">
                <a:solidFill>
                  <a:schemeClr val="tx1"/>
                </a:solidFill>
              </a:rPr>
              <a:t> asset authentication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The URL used (`/assets/...`) was a UI endpoint, not an API endpoint</a:t>
            </a:r>
          </a:p>
          <a:p>
            <a:r>
              <a:rPr lang="en-US" sz="2400" dirty="0">
                <a:solidFill>
                  <a:schemeClr val="tx1"/>
                </a:solidFill>
              </a:rPr>
              <a:t>Standard credentials did not apply to asset downloads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44C0569B-7214-730B-165D-070278F5802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6840" b="16840"/>
          <a:stretch>
            <a:fillRect/>
          </a:stretch>
        </p:blipFill>
        <p:spPr>
          <a:xfrm>
            <a:off x="6354638" y="1386519"/>
            <a:ext cx="4598504" cy="4084962"/>
          </a:xfrm>
          <a:custGeom>
            <a:avLst/>
            <a:gdLst>
              <a:gd name="connsiteX0" fmla="*/ 216219 w 4598504"/>
              <a:gd name="connsiteY0" fmla="*/ 0 h 4084962"/>
              <a:gd name="connsiteX1" fmla="*/ 4382285 w 4598504"/>
              <a:gd name="connsiteY1" fmla="*/ 0 h 4084962"/>
              <a:gd name="connsiteX2" fmla="*/ 4598504 w 4598504"/>
              <a:gd name="connsiteY2" fmla="*/ 224754 h 4084962"/>
              <a:gd name="connsiteX3" fmla="*/ 4598504 w 4598504"/>
              <a:gd name="connsiteY3" fmla="*/ 3860208 h 4084962"/>
              <a:gd name="connsiteX4" fmla="*/ 4382285 w 4598504"/>
              <a:gd name="connsiteY4" fmla="*/ 4084962 h 4084962"/>
              <a:gd name="connsiteX5" fmla="*/ 216219 w 4598504"/>
              <a:gd name="connsiteY5" fmla="*/ 4084962 h 4084962"/>
              <a:gd name="connsiteX6" fmla="*/ 0 w 4598504"/>
              <a:gd name="connsiteY6" fmla="*/ 3860208 h 4084962"/>
              <a:gd name="connsiteX7" fmla="*/ 0 w 4598504"/>
              <a:gd name="connsiteY7" fmla="*/ 224754 h 4084962"/>
              <a:gd name="connsiteX8" fmla="*/ 216219 w 4598504"/>
              <a:gd name="connsiteY8" fmla="*/ 0 h 4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8504" h="4084962">
                <a:moveTo>
                  <a:pt x="216219" y="0"/>
                </a:moveTo>
                <a:lnTo>
                  <a:pt x="4382285" y="0"/>
                </a:lnTo>
                <a:cubicBezTo>
                  <a:pt x="4501700" y="0"/>
                  <a:pt x="4598504" y="100626"/>
                  <a:pt x="4598504" y="224754"/>
                </a:cubicBezTo>
                <a:lnTo>
                  <a:pt x="4598504" y="3860208"/>
                </a:lnTo>
                <a:cubicBezTo>
                  <a:pt x="4598504" y="3984337"/>
                  <a:pt x="4501700" y="4084962"/>
                  <a:pt x="4382285" y="4084962"/>
                </a:cubicBezTo>
                <a:lnTo>
                  <a:pt x="216219" y="4084962"/>
                </a:lnTo>
                <a:cubicBezTo>
                  <a:pt x="96804" y="4084962"/>
                  <a:pt x="0" y="3984337"/>
                  <a:pt x="0" y="3860208"/>
                </a:cubicBezTo>
                <a:lnTo>
                  <a:pt x="0" y="224754"/>
                </a:lnTo>
                <a:cubicBezTo>
                  <a:pt x="0" y="100626"/>
                  <a:pt x="96804" y="0"/>
                  <a:pt x="216219" y="0"/>
                </a:cubicBezTo>
                <a:close/>
              </a:path>
            </a:pathLst>
          </a:custGeom>
          <a:solidFill>
            <a:srgbClr val="000000">
              <a:lumMod val="85000"/>
            </a:srgbClr>
          </a:solidFill>
        </p:spPr>
      </p:pic>
    </p:spTree>
    <p:extLst>
      <p:ext uri="{BB962C8B-B14F-4D97-AF65-F5344CB8AC3E}">
        <p14:creationId xmlns:p14="http://schemas.microsoft.com/office/powerpoint/2010/main" val="692211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78E36A-FFC8-78AD-DE43-E5BF98424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252" y="633046"/>
            <a:ext cx="4463623" cy="1314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400">
                <a:solidFill>
                  <a:schemeClr val="bg1"/>
                </a:solidFill>
              </a:rPr>
              <a:t>The Breakthrough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D7BA2-B1E1-1B7A-D240-A7DEF50FB3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32252" y="2125737"/>
            <a:ext cx="4463623" cy="404446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/>
              <a:t>Two changes resolved the core issue:</a:t>
            </a:r>
          </a:p>
          <a:p>
            <a:pPr marL="0" indent="0">
              <a:buNone/>
            </a:pPr>
            <a:r>
              <a:rPr lang="en-US" sz="2000" dirty="0"/>
              <a:t>1. </a:t>
            </a:r>
            <a:r>
              <a:rPr lang="en-US" sz="2000" b="1" dirty="0"/>
              <a:t>**Switch to the correct endpoint**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From: `/assets/...`</a:t>
            </a:r>
          </a:p>
          <a:p>
            <a:pPr marL="0" indent="0">
              <a:buNone/>
            </a:pPr>
            <a:r>
              <a:rPr lang="en-US" sz="2000" dirty="0"/>
              <a:t>        To: `/endpoints/{</a:t>
            </a:r>
            <a:r>
              <a:rPr lang="en-US" sz="2000" dirty="0" err="1"/>
              <a:t>dir</a:t>
            </a:r>
            <a:r>
              <a:rPr lang="en-US" sz="2000" dirty="0"/>
              <a:t>}/content/...`</a:t>
            </a:r>
          </a:p>
          <a:p>
            <a:pPr marL="0" indent="0">
              <a:buNone/>
            </a:pPr>
            <a:r>
              <a:rPr lang="en-US" sz="2000" dirty="0"/>
              <a:t>2. </a:t>
            </a:r>
            <a:r>
              <a:rPr lang="en-US" sz="2000" b="1" dirty="0"/>
              <a:t>**Use API key authentication**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        Add `X-</a:t>
            </a:r>
            <a:r>
              <a:rPr lang="en-US" sz="2000" dirty="0" err="1"/>
              <a:t>ApiKey</a:t>
            </a:r>
            <a:r>
              <a:rPr lang="en-US" sz="2000" dirty="0"/>
              <a:t>` header</a:t>
            </a:r>
          </a:p>
          <a:p>
            <a:pPr marL="0" indent="0">
              <a:buNone/>
            </a:pPr>
            <a:r>
              <a:rPr lang="en-US" sz="2000" dirty="0"/>
              <a:t>       Eliminate login redirects and HTML          responses</a:t>
            </a:r>
          </a:p>
          <a:p>
            <a:endParaRPr lang="en-US" sz="200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C8019B-3985-409B-9B87-494B974EE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85A4DB3-61AA-49A1-85A9-B3397CD51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7BF41A1-8A10-9860-C635-006E795013F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4366" r="14206" b="1"/>
          <a:stretch>
            <a:fillRect/>
          </a:stretch>
        </p:blipFill>
        <p:spPr>
          <a:xfrm>
            <a:off x="7020480" y="871280"/>
            <a:ext cx="4415738" cy="4415738"/>
          </a:xfrm>
          <a:custGeom>
            <a:avLst/>
            <a:gdLst/>
            <a:ahLst/>
            <a:cxnLst/>
            <a:rect l="l" t="t" r="r" b="b"/>
            <a:pathLst>
              <a:path w="2452978" h="2452978">
                <a:moveTo>
                  <a:pt x="1226489" y="0"/>
                </a:moveTo>
                <a:cubicBezTo>
                  <a:pt x="1903860" y="0"/>
                  <a:pt x="2452978" y="549118"/>
                  <a:pt x="2452978" y="1226489"/>
                </a:cubicBezTo>
                <a:cubicBezTo>
                  <a:pt x="2452978" y="1903860"/>
                  <a:pt x="1903860" y="2452978"/>
                  <a:pt x="1226489" y="2452978"/>
                </a:cubicBezTo>
                <a:cubicBezTo>
                  <a:pt x="549118" y="2452978"/>
                  <a:pt x="0" y="1903860"/>
                  <a:pt x="0" y="1226489"/>
                </a:cubicBezTo>
                <a:cubicBezTo>
                  <a:pt x="0" y="549118"/>
                  <a:pt x="549118" y="0"/>
                  <a:pt x="1226489" y="0"/>
                </a:cubicBezTo>
                <a:close/>
              </a:path>
            </a:pathLst>
          </a:custGeom>
          <a:solidFill>
            <a:srgbClr val="000000">
              <a:lumMod val="85000"/>
            </a:srgbClr>
          </a:solidFill>
        </p:spPr>
      </p:pic>
      <p:grpSp>
        <p:nvGrpSpPr>
          <p:cNvPr id="25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B364CF4-3597-F7AD-B532-D2653CDB0D60}"/>
              </a:ext>
            </a:extLst>
          </p:cNvPr>
          <p:cNvGrpSpPr/>
          <p:nvPr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46A846C9-7ACB-D58B-C8DB-85C346A5103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0E2579-68AE-88F7-8193-FCB0495C3040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6D4371-F7BC-6BF5-72E0-1B61E8C8B107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02DC2C-8C8E-5378-4383-D2315E5063DC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5BCBAA60-0D1E-E730-5567-A62F3DCEC54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534BF886-34BB-1951-2222-C99A6301397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86871F7-004D-A849-1F3F-2DBF7A95CE3B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28">
              <a:extLst>
                <a:ext uri="{FF2B5EF4-FFF2-40B4-BE49-F238E27FC236}">
                  <a16:creationId xmlns:a16="http://schemas.microsoft.com/office/drawing/2014/main" id="{8D2A975A-68AA-26D2-2ED9-D8942EF19B8B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E65187AF-FB49-B7A4-6FC2-A77CFC47BAF6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32">
              <a:extLst>
                <a:ext uri="{FF2B5EF4-FFF2-40B4-BE49-F238E27FC236}">
                  <a16:creationId xmlns:a16="http://schemas.microsoft.com/office/drawing/2014/main" id="{9117323E-043F-9E7D-F168-9AE537FAF362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9D18C4ED-75CA-CD7A-07EA-B394A5769AA3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7">
              <a:extLst>
                <a:ext uri="{FF2B5EF4-FFF2-40B4-BE49-F238E27FC236}">
                  <a16:creationId xmlns:a16="http://schemas.microsoft.com/office/drawing/2014/main" id="{97D8655C-DCC4-E814-B2D9-4B6C543FC270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9">
              <a:extLst>
                <a:ext uri="{FF2B5EF4-FFF2-40B4-BE49-F238E27FC236}">
                  <a16:creationId xmlns:a16="http://schemas.microsoft.com/office/drawing/2014/main" id="{B024C0C4-A8CD-6C41-F163-C28EC2B83209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41">
              <a:extLst>
                <a:ext uri="{FF2B5EF4-FFF2-40B4-BE49-F238E27FC236}">
                  <a16:creationId xmlns:a16="http://schemas.microsoft.com/office/drawing/2014/main" id="{8AF00126-E8CD-172F-80E7-0033844D92ED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43">
              <a:extLst>
                <a:ext uri="{FF2B5EF4-FFF2-40B4-BE49-F238E27FC236}">
                  <a16:creationId xmlns:a16="http://schemas.microsoft.com/office/drawing/2014/main" id="{D7FB7B92-8F59-82FE-7B07-4E197625F1A2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45">
              <a:extLst>
                <a:ext uri="{FF2B5EF4-FFF2-40B4-BE49-F238E27FC236}">
                  <a16:creationId xmlns:a16="http://schemas.microsoft.com/office/drawing/2014/main" id="{D6B85ED1-B9F0-2A55-2C2C-FA035D711DA4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47">
              <a:extLst>
                <a:ext uri="{FF2B5EF4-FFF2-40B4-BE49-F238E27FC236}">
                  <a16:creationId xmlns:a16="http://schemas.microsoft.com/office/drawing/2014/main" id="{161E86E2-9CE4-A8D0-28BF-FF4ED95DFF9C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49">
              <a:extLst>
                <a:ext uri="{FF2B5EF4-FFF2-40B4-BE49-F238E27FC236}">
                  <a16:creationId xmlns:a16="http://schemas.microsoft.com/office/drawing/2014/main" id="{51914999-E8F1-DCC0-0F0F-2CCEC32C4150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51">
              <a:extLst>
                <a:ext uri="{FF2B5EF4-FFF2-40B4-BE49-F238E27FC236}">
                  <a16:creationId xmlns:a16="http://schemas.microsoft.com/office/drawing/2014/main" id="{B1DC00E4-D251-7D9E-71A1-A814A2BB5D0D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8425A9F8-F88A-9AD3-63B3-B4947F6533EA}"/>
              </a:ext>
            </a:extLst>
          </p:cNvPr>
          <p:cNvSpPr txBox="1"/>
          <p:nvPr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PowerShell + DevOps </a:t>
            </a:r>
            <a:r>
              <a:rPr lang="en-US" sz="1400" b="1" kern="1200" dirty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Global Summit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4031A2-DB37-5620-E383-385A410A1130}"/>
              </a:ext>
            </a:extLst>
          </p:cNvPr>
          <p:cNvSpPr txBox="1"/>
          <p:nvPr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13-16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2026</a:t>
            </a:r>
          </a:p>
        </p:txBody>
      </p:sp>
      <p:pic>
        <p:nvPicPr>
          <p:cNvPr id="42" name="Picture 2" descr="See the source image">
            <a:extLst>
              <a:ext uri="{FF2B5EF4-FFF2-40B4-BE49-F238E27FC236}">
                <a16:creationId xmlns:a16="http://schemas.microsoft.com/office/drawing/2014/main" id="{4649D17F-E518-FF61-3E7B-8930639D3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FC0704E-FB68-20F6-D7D8-99E7063B9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9775" y="185585"/>
            <a:ext cx="2177038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433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Placeholder 30">
            <a:extLst>
              <a:ext uri="{FF2B5EF4-FFF2-40B4-BE49-F238E27FC236}">
                <a16:creationId xmlns:a16="http://schemas.microsoft.com/office/drawing/2014/main" id="{27B6E574-FCA9-760B-F70B-862571877B1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1648" b="21648"/>
          <a:stretch>
            <a:fillRect/>
          </a:stretch>
        </p:blipFill>
        <p:spPr>
          <a:custGeom>
            <a:avLst/>
            <a:gdLst>
              <a:gd name="connsiteX0" fmla="*/ 2275461 w 4550922"/>
              <a:gd name="connsiteY0" fmla="*/ 0 h 4550922"/>
              <a:gd name="connsiteX1" fmla="*/ 4550922 w 4550922"/>
              <a:gd name="connsiteY1" fmla="*/ 2275461 h 4550922"/>
              <a:gd name="connsiteX2" fmla="*/ 2275461 w 4550922"/>
              <a:gd name="connsiteY2" fmla="*/ 4550922 h 4550922"/>
              <a:gd name="connsiteX3" fmla="*/ 0 w 4550922"/>
              <a:gd name="connsiteY3" fmla="*/ 2275461 h 4550922"/>
              <a:gd name="connsiteX4" fmla="*/ 2275461 w 4550922"/>
              <a:gd name="connsiteY4" fmla="*/ 0 h 455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0922" h="4550922">
                <a:moveTo>
                  <a:pt x="2275461" y="0"/>
                </a:moveTo>
                <a:cubicBezTo>
                  <a:pt x="3532163" y="0"/>
                  <a:pt x="4550922" y="1018759"/>
                  <a:pt x="4550922" y="2275461"/>
                </a:cubicBezTo>
                <a:cubicBezTo>
                  <a:pt x="4550922" y="3532163"/>
                  <a:pt x="3532163" y="4550922"/>
                  <a:pt x="2275461" y="4550922"/>
                </a:cubicBezTo>
                <a:cubicBezTo>
                  <a:pt x="1018759" y="4550922"/>
                  <a:pt x="0" y="3532163"/>
                  <a:pt x="0" y="2275461"/>
                </a:cubicBezTo>
                <a:cubicBezTo>
                  <a:pt x="0" y="1018759"/>
                  <a:pt x="1018759" y="0"/>
                  <a:pt x="2275461" y="0"/>
                </a:cubicBezTo>
                <a:close/>
              </a:path>
            </a:pathLst>
          </a:custGeom>
          <a:solidFill>
            <a:srgbClr val="000000">
              <a:lumMod val="85000"/>
            </a:srgbClr>
          </a:solidFill>
        </p:spPr>
      </p:pic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676D4D0B-1129-694C-4A20-75949BF1381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2518" r="12518"/>
          <a:stretch>
            <a:fillRect/>
          </a:stretch>
        </p:blipFill>
        <p:spPr>
          <a:custGeom>
            <a:avLst/>
            <a:gdLst>
              <a:gd name="connsiteX0" fmla="*/ 970397 w 1940794"/>
              <a:gd name="connsiteY0" fmla="*/ 0 h 1940794"/>
              <a:gd name="connsiteX1" fmla="*/ 1940794 w 1940794"/>
              <a:gd name="connsiteY1" fmla="*/ 970397 h 1940794"/>
              <a:gd name="connsiteX2" fmla="*/ 970397 w 1940794"/>
              <a:gd name="connsiteY2" fmla="*/ 1940794 h 1940794"/>
              <a:gd name="connsiteX3" fmla="*/ 0 w 1940794"/>
              <a:gd name="connsiteY3" fmla="*/ 970397 h 1940794"/>
              <a:gd name="connsiteX4" fmla="*/ 970397 w 1940794"/>
              <a:gd name="connsiteY4" fmla="*/ 0 h 194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794" h="1940794">
                <a:moveTo>
                  <a:pt x="970397" y="0"/>
                </a:moveTo>
                <a:cubicBezTo>
                  <a:pt x="1506332" y="0"/>
                  <a:pt x="1940794" y="434462"/>
                  <a:pt x="1940794" y="970397"/>
                </a:cubicBezTo>
                <a:cubicBezTo>
                  <a:pt x="1940794" y="1506332"/>
                  <a:pt x="1506332" y="1940794"/>
                  <a:pt x="970397" y="1940794"/>
                </a:cubicBezTo>
                <a:cubicBezTo>
                  <a:pt x="434462" y="1940794"/>
                  <a:pt x="0" y="1506332"/>
                  <a:pt x="0" y="970397"/>
                </a:cubicBezTo>
                <a:cubicBezTo>
                  <a:pt x="0" y="434462"/>
                  <a:pt x="434462" y="0"/>
                  <a:pt x="970397" y="0"/>
                </a:cubicBezTo>
                <a:close/>
              </a:path>
            </a:pathLst>
          </a:custGeom>
          <a:solidFill>
            <a:srgbClr val="000000">
              <a:lumMod val="85000"/>
            </a:srgbClr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6053F-B89B-DAB1-7D3C-9170AB0103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Inserting Chocolatey installation into MDT</a:t>
            </a:r>
          </a:p>
          <a:p>
            <a:r>
              <a:rPr lang="en-US" dirty="0">
                <a:solidFill>
                  <a:schemeClr val="tx1"/>
                </a:solidFill>
              </a:rPr>
              <a:t>Testing pains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49F4E6-65FE-5B84-BB30-B433CB967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Combining Old with New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9BCA1FF-CCB2-6332-CBCF-5F348BF665DF}"/>
              </a:ext>
            </a:extLst>
          </p:cNvPr>
          <p:cNvGrpSpPr/>
          <p:nvPr/>
        </p:nvGrpSpPr>
        <p:grpSpPr>
          <a:xfrm>
            <a:off x="27167" y="3165639"/>
            <a:ext cx="11573353" cy="3587612"/>
            <a:chOff x="309324" y="3273040"/>
            <a:chExt cx="11573353" cy="3587612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69D3AB6E-C8F0-DA3B-135A-CDB6DF047CB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53C7AD7-CB89-DC00-D872-0BD040F96A2C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CD8A42D-AA40-460D-E4D3-61497731C6E9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4681D7A-EF58-761A-9173-8A71065C87E9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FA28B433-AFA4-71D5-FB35-60B8845F4FB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17">
              <a:extLst>
                <a:ext uri="{FF2B5EF4-FFF2-40B4-BE49-F238E27FC236}">
                  <a16:creationId xmlns:a16="http://schemas.microsoft.com/office/drawing/2014/main" id="{03900CAB-9662-65DA-DB6D-06205716F78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1681979-6FAB-3E0C-68B3-A4579AB115C3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28">
              <a:extLst>
                <a:ext uri="{FF2B5EF4-FFF2-40B4-BE49-F238E27FC236}">
                  <a16:creationId xmlns:a16="http://schemas.microsoft.com/office/drawing/2014/main" id="{5A1DEB72-55DD-5D4A-B09B-A5E21845D69B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0">
              <a:extLst>
                <a:ext uri="{FF2B5EF4-FFF2-40B4-BE49-F238E27FC236}">
                  <a16:creationId xmlns:a16="http://schemas.microsoft.com/office/drawing/2014/main" id="{3DC58598-136F-6F32-A329-97656304E25E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2">
              <a:extLst>
                <a:ext uri="{FF2B5EF4-FFF2-40B4-BE49-F238E27FC236}">
                  <a16:creationId xmlns:a16="http://schemas.microsoft.com/office/drawing/2014/main" id="{72275F3E-1813-5469-5484-37012FED7D03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5">
              <a:extLst>
                <a:ext uri="{FF2B5EF4-FFF2-40B4-BE49-F238E27FC236}">
                  <a16:creationId xmlns:a16="http://schemas.microsoft.com/office/drawing/2014/main" id="{C8C9016A-A3B5-6836-9296-546F09EFF768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7">
              <a:extLst>
                <a:ext uri="{FF2B5EF4-FFF2-40B4-BE49-F238E27FC236}">
                  <a16:creationId xmlns:a16="http://schemas.microsoft.com/office/drawing/2014/main" id="{05C776DE-334B-2510-610D-B08756637F31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39">
              <a:extLst>
                <a:ext uri="{FF2B5EF4-FFF2-40B4-BE49-F238E27FC236}">
                  <a16:creationId xmlns:a16="http://schemas.microsoft.com/office/drawing/2014/main" id="{FAAC7CAF-8E43-E72E-7423-B365F9BBBB09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1">
              <a:extLst>
                <a:ext uri="{FF2B5EF4-FFF2-40B4-BE49-F238E27FC236}">
                  <a16:creationId xmlns:a16="http://schemas.microsoft.com/office/drawing/2014/main" id="{A29BA2C6-D4E7-3EB0-3452-A5280914D2AE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3">
              <a:extLst>
                <a:ext uri="{FF2B5EF4-FFF2-40B4-BE49-F238E27FC236}">
                  <a16:creationId xmlns:a16="http://schemas.microsoft.com/office/drawing/2014/main" id="{6C12288C-CCA6-726A-E6A4-F21BE3250CE6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5">
              <a:extLst>
                <a:ext uri="{FF2B5EF4-FFF2-40B4-BE49-F238E27FC236}">
                  <a16:creationId xmlns:a16="http://schemas.microsoft.com/office/drawing/2014/main" id="{FF8B6A64-1A54-E0B0-3EF0-1EEE347F7065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7">
              <a:extLst>
                <a:ext uri="{FF2B5EF4-FFF2-40B4-BE49-F238E27FC236}">
                  <a16:creationId xmlns:a16="http://schemas.microsoft.com/office/drawing/2014/main" id="{12DCE62D-9AAA-8245-6C53-1353386DF6A2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49">
              <a:extLst>
                <a:ext uri="{FF2B5EF4-FFF2-40B4-BE49-F238E27FC236}">
                  <a16:creationId xmlns:a16="http://schemas.microsoft.com/office/drawing/2014/main" id="{C4638550-834E-8BD1-447E-DA6076D6460D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51">
              <a:extLst>
                <a:ext uri="{FF2B5EF4-FFF2-40B4-BE49-F238E27FC236}">
                  <a16:creationId xmlns:a16="http://schemas.microsoft.com/office/drawing/2014/main" id="{DD0FA5CA-86A3-6BA9-EF6B-7F9A9C657229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ABFC066-FD20-C463-7B84-A79BB0F0F6D4}"/>
              </a:ext>
            </a:extLst>
          </p:cNvPr>
          <p:cNvSpPr txBox="1"/>
          <p:nvPr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PowerShell + DevOps </a:t>
            </a:r>
            <a:r>
              <a:rPr lang="en-US" sz="1400" b="1" kern="1200" dirty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Global Summit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3853D4-1B7A-70C3-A024-509BDDC1A323}"/>
              </a:ext>
            </a:extLst>
          </p:cNvPr>
          <p:cNvSpPr txBox="1"/>
          <p:nvPr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13-16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2026</a:t>
            </a:r>
          </a:p>
        </p:txBody>
      </p:sp>
      <p:pic>
        <p:nvPicPr>
          <p:cNvPr id="28" name="Picture 2" descr="See the source image">
            <a:extLst>
              <a:ext uri="{FF2B5EF4-FFF2-40B4-BE49-F238E27FC236}">
                <a16:creationId xmlns:a16="http://schemas.microsoft.com/office/drawing/2014/main" id="{94078564-70BD-8A4E-F8D0-6F6E4BDA0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1F4F5303-CA3B-9447-6EF1-9911571C54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9775" y="185585"/>
            <a:ext cx="2177038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91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4D91A81-EC6F-3887-6194-8B44E941A80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3539" r="13539"/>
          <a:stretch>
            <a:fillRect/>
          </a:stretch>
        </p:blipFill>
        <p:spPr>
          <a:custGeom>
            <a:avLst/>
            <a:gdLst>
              <a:gd name="connsiteX0" fmla="*/ 227534 w 4839150"/>
              <a:gd name="connsiteY0" fmla="*/ 0 h 4135480"/>
              <a:gd name="connsiteX1" fmla="*/ 4611616 w 4839150"/>
              <a:gd name="connsiteY1" fmla="*/ 0 h 4135480"/>
              <a:gd name="connsiteX2" fmla="*/ 4839150 w 4839150"/>
              <a:gd name="connsiteY2" fmla="*/ 227534 h 4135480"/>
              <a:gd name="connsiteX3" fmla="*/ 4839150 w 4839150"/>
              <a:gd name="connsiteY3" fmla="*/ 3907946 h 4135480"/>
              <a:gd name="connsiteX4" fmla="*/ 4611616 w 4839150"/>
              <a:gd name="connsiteY4" fmla="*/ 4135480 h 4135480"/>
              <a:gd name="connsiteX5" fmla="*/ 227534 w 4839150"/>
              <a:gd name="connsiteY5" fmla="*/ 4135480 h 4135480"/>
              <a:gd name="connsiteX6" fmla="*/ 0 w 4839150"/>
              <a:gd name="connsiteY6" fmla="*/ 3907946 h 4135480"/>
              <a:gd name="connsiteX7" fmla="*/ 0 w 4839150"/>
              <a:gd name="connsiteY7" fmla="*/ 227534 h 4135480"/>
              <a:gd name="connsiteX8" fmla="*/ 227534 w 4839150"/>
              <a:gd name="connsiteY8" fmla="*/ 0 h 41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9150" h="4135480">
                <a:moveTo>
                  <a:pt x="227534" y="0"/>
                </a:moveTo>
                <a:lnTo>
                  <a:pt x="4611616" y="0"/>
                </a:lnTo>
                <a:cubicBezTo>
                  <a:pt x="4737280" y="0"/>
                  <a:pt x="4839150" y="101870"/>
                  <a:pt x="4839150" y="227534"/>
                </a:cubicBezTo>
                <a:lnTo>
                  <a:pt x="4839150" y="3907946"/>
                </a:lnTo>
                <a:cubicBezTo>
                  <a:pt x="4839150" y="4033610"/>
                  <a:pt x="4737280" y="4135480"/>
                  <a:pt x="4611616" y="4135480"/>
                </a:cubicBezTo>
                <a:lnTo>
                  <a:pt x="227534" y="4135480"/>
                </a:lnTo>
                <a:cubicBezTo>
                  <a:pt x="101870" y="4135480"/>
                  <a:pt x="0" y="4033610"/>
                  <a:pt x="0" y="3907946"/>
                </a:cubicBezTo>
                <a:lnTo>
                  <a:pt x="0" y="227534"/>
                </a:lnTo>
                <a:cubicBezTo>
                  <a:pt x="0" y="101870"/>
                  <a:pt x="101870" y="0"/>
                  <a:pt x="227534" y="0"/>
                </a:cubicBezTo>
                <a:close/>
              </a:path>
            </a:pathLst>
          </a:custGeom>
          <a:solidFill>
            <a:srgbClr val="000000">
              <a:lumMod val="85000"/>
            </a:srgbClr>
          </a:solid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102F56D-37B2-73EF-836E-BBE04CE65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many steps</a:t>
            </a:r>
          </a:p>
        </p:txBody>
      </p:sp>
      <p:graphicFrame>
        <p:nvGraphicFramePr>
          <p:cNvPr id="8" name="Text Placeholder 2">
            <a:extLst>
              <a:ext uri="{FF2B5EF4-FFF2-40B4-BE49-F238E27FC236}">
                <a16:creationId xmlns:a16="http://schemas.microsoft.com/office/drawing/2014/main" id="{8D8DAF3A-CC12-CCB7-C57C-6FA69F098B6B}"/>
              </a:ext>
            </a:extLst>
          </p:cNvPr>
          <p:cNvGraphicFramePr/>
          <p:nvPr/>
        </p:nvGraphicFramePr>
        <p:xfrm>
          <a:off x="6561128" y="1166589"/>
          <a:ext cx="4686184" cy="46500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28692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CBD065-72D0-8D63-5A24-83B29BE7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5219307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400" dirty="0">
                <a:solidFill>
                  <a:schemeClr val="tx1"/>
                </a:solidFill>
              </a:rPr>
              <a:t>Bootstrapping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807F1-A8BF-8FD4-EAB9-913D7178C9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6692" y="2533476"/>
            <a:ext cx="5219307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Core Apps install during imaging</a:t>
            </a:r>
          </a:p>
          <a:p>
            <a:r>
              <a:rPr lang="en-US" sz="2400" dirty="0">
                <a:solidFill>
                  <a:schemeClr val="tx1"/>
                </a:solidFill>
              </a:rPr>
              <a:t>Extra robust script needed because MDT sucks</a:t>
            </a:r>
          </a:p>
          <a:p>
            <a:r>
              <a:rPr lang="en-US" sz="2400" dirty="0">
                <a:solidFill>
                  <a:schemeClr val="tx1"/>
                </a:solidFill>
              </a:rPr>
              <a:t>If it detects </a:t>
            </a:r>
            <a:r>
              <a:rPr lang="en-US" sz="2400" dirty="0" err="1">
                <a:solidFill>
                  <a:schemeClr val="tx1"/>
                </a:solidFill>
              </a:rPr>
              <a:t>choco</a:t>
            </a:r>
            <a:r>
              <a:rPr lang="en-US" sz="2400" dirty="0">
                <a:solidFill>
                  <a:schemeClr val="tx1"/>
                </a:solidFill>
              </a:rPr>
              <a:t> installs missing it moves into self-healing and runs install and client reg scripts</a:t>
            </a:r>
          </a:p>
          <a:p>
            <a:r>
              <a:rPr lang="en-US" sz="2400" dirty="0">
                <a:solidFill>
                  <a:schemeClr val="tx1"/>
                </a:solidFill>
              </a:rPr>
              <a:t>Goal to implement similar bootstrapping for department specific app groups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BFEA23A-58EE-9C7E-FDBC-58C8F5F5306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r="165"/>
          <a:stretch>
            <a:fillRect/>
          </a:stretch>
        </p:blipFill>
        <p:spPr>
          <a:xfrm>
            <a:off x="7015163" y="877413"/>
            <a:ext cx="4300543" cy="5043096"/>
          </a:xfrm>
          <a:prstGeom prst="rect">
            <a:avLst/>
          </a:prstGeom>
          <a:solidFill>
            <a:srgbClr val="000000">
              <a:lumMod val="85000"/>
            </a:srgbClr>
          </a:solidFill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42598CC-934A-7BCD-C691-B2FE74CED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15162" y="5858828"/>
            <a:ext cx="4300544" cy="123363"/>
            <a:chOff x="7015162" y="5858828"/>
            <a:chExt cx="4300544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CD0983-348C-E24F-6839-EA2014B9D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1174876-930F-4902-5A02-2742055662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367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610F-322B-4DD1-8AA0-F9773EDD4C17}"/>
              </a:ext>
            </a:extLst>
          </p:cNvPr>
          <p:cNvSpPr txBox="1"/>
          <p:nvPr/>
        </p:nvSpPr>
        <p:spPr>
          <a:xfrm>
            <a:off x="929862" y="577865"/>
            <a:ext cx="10323517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tabLst>
                <a:tab pos="3835400" algn="l"/>
              </a:tabLst>
              <a:defRPr sz="180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n-US" sz="12500" dirty="0">
                <a:ln>
                  <a:solidFill>
                    <a:schemeClr val="bg1"/>
                  </a:soli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C9207-59EB-04DC-C4D8-A685A328FC4D}"/>
              </a:ext>
            </a:extLst>
          </p:cNvPr>
          <p:cNvSpPr txBox="1"/>
          <p:nvPr/>
        </p:nvSpPr>
        <p:spPr>
          <a:xfrm>
            <a:off x="892549" y="2911146"/>
            <a:ext cx="10395162" cy="2554545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onnsiteX0" fmla="*/ 0 w 10395162"/>
                      <a:gd name="connsiteY0" fmla="*/ 0 h 2554545"/>
                      <a:gd name="connsiteX1" fmla="*/ 10395162 w 10395162"/>
                      <a:gd name="connsiteY1" fmla="*/ 0 h 2554545"/>
                      <a:gd name="connsiteX2" fmla="*/ 10395162 w 10395162"/>
                      <a:gd name="connsiteY2" fmla="*/ 2554545 h 2554545"/>
                      <a:gd name="connsiteX3" fmla="*/ 0 w 10395162"/>
                      <a:gd name="connsiteY3" fmla="*/ 2554545 h 2554545"/>
                      <a:gd name="connsiteX4" fmla="*/ 0 w 10395162"/>
                      <a:gd name="connsiteY4" fmla="*/ 0 h 25545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395162" h="2554545" fill="none" extrusionOk="0">
                        <a:moveTo>
                          <a:pt x="0" y="0"/>
                        </a:moveTo>
                        <a:cubicBezTo>
                          <a:pt x="3985294" y="-149972"/>
                          <a:pt x="6523629" y="85198"/>
                          <a:pt x="10395162" y="0"/>
                        </a:cubicBezTo>
                        <a:cubicBezTo>
                          <a:pt x="10564573" y="1174859"/>
                          <a:pt x="10480716" y="1646850"/>
                          <a:pt x="10395162" y="2554545"/>
                        </a:cubicBezTo>
                        <a:cubicBezTo>
                          <a:pt x="6590769" y="2645921"/>
                          <a:pt x="1602055" y="2548488"/>
                          <a:pt x="0" y="2554545"/>
                        </a:cubicBezTo>
                        <a:cubicBezTo>
                          <a:pt x="-92943" y="1774908"/>
                          <a:pt x="-168235" y="1020494"/>
                          <a:pt x="0" y="0"/>
                        </a:cubicBezTo>
                        <a:close/>
                      </a:path>
                      <a:path w="10395162" h="2554545" stroke="0" extrusionOk="0">
                        <a:moveTo>
                          <a:pt x="0" y="0"/>
                        </a:moveTo>
                        <a:cubicBezTo>
                          <a:pt x="1857884" y="-113254"/>
                          <a:pt x="8375565" y="102601"/>
                          <a:pt x="10395162" y="0"/>
                        </a:cubicBezTo>
                        <a:cubicBezTo>
                          <a:pt x="10342337" y="1023273"/>
                          <a:pt x="10518336" y="1768550"/>
                          <a:pt x="10395162" y="2554545"/>
                        </a:cubicBezTo>
                        <a:cubicBezTo>
                          <a:pt x="6772999" y="2610355"/>
                          <a:pt x="4536916" y="2723503"/>
                          <a:pt x="0" y="2554545"/>
                        </a:cubicBezTo>
                        <a:cubicBezTo>
                          <a:pt x="-144930" y="2188085"/>
                          <a:pt x="-18259" y="3647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400" b="1" cap="small" spc="400" dirty="0">
                <a:solidFill>
                  <a:schemeClr val="bg1"/>
                </a:solidFill>
                <a:latin typeface="Cambria"/>
                <a:ea typeface="Cambria"/>
                <a:cs typeface="Space Grotesk" pitchFamily="2" charset="0"/>
              </a:rPr>
              <a:t>Feedback is a gift</a:t>
            </a:r>
            <a:br>
              <a:rPr lang="en-US" sz="5400" b="1" cap="small" spc="400" dirty="0">
                <a:latin typeface="Space"/>
                <a:cs typeface="Space Grotesk" pitchFamily="2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44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Please review this session </a:t>
            </a:r>
          </a:p>
          <a:p>
            <a:pPr algn="ctr"/>
            <a:r>
              <a:rPr lang="en-US" sz="44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via the mobile App</a:t>
            </a:r>
            <a:endParaRPr lang="en-US" sz="4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4C12DB-2D4D-6777-8D8B-0B0A0FFA82B7}"/>
              </a:ext>
            </a:extLst>
          </p:cNvPr>
          <p:cNvCxnSpPr>
            <a:cxnSpLocks/>
          </p:cNvCxnSpPr>
          <p:nvPr/>
        </p:nvCxnSpPr>
        <p:spPr>
          <a:xfrm>
            <a:off x="898419" y="3911600"/>
            <a:ext cx="1039516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38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ysClr val="window" lastClr="FFFFFF"/>
      </a:lt1>
      <a:dk2>
        <a:srgbClr val="323232"/>
      </a:dk2>
      <a:lt2>
        <a:srgbClr val="E3DED1"/>
      </a:lt2>
      <a:accent1>
        <a:srgbClr val="2B2D78"/>
      </a:accent1>
      <a:accent2>
        <a:srgbClr val="92278F"/>
      </a:accent2>
      <a:accent3>
        <a:srgbClr val="00AEEF"/>
      </a:accent3>
      <a:accent4>
        <a:srgbClr val="92278F"/>
      </a:accent4>
      <a:accent5>
        <a:srgbClr val="0082C6"/>
      </a:accent5>
      <a:accent6>
        <a:srgbClr val="C19859"/>
      </a:accent6>
      <a:hlink>
        <a:srgbClr val="92278F"/>
      </a:hlink>
      <a:folHlink>
        <a:srgbClr val="92278F"/>
      </a:folHlink>
    </a:clrScheme>
    <a:fontScheme name="Custom 1">
      <a:majorFont>
        <a:latin typeface="Space "/>
        <a:ea typeface=""/>
        <a:cs typeface=""/>
      </a:majorFont>
      <a:minorFont>
        <a:latin typeface="Play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DBF6165-9FC2-41FE-BF81-BFA2AAD7F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4bed3a8c-53b1-405e-a0d0-d990fffc044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898A77C9D58B48B3D389FB6B71E66B" ma:contentTypeVersion="17" ma:contentTypeDescription="Create a new document." ma:contentTypeScope="" ma:versionID="efacb11f427cb0a88b245a21667b355e">
  <xsd:schema xmlns:xsd="http://www.w3.org/2001/XMLSchema" xmlns:xs="http://www.w3.org/2001/XMLSchema" xmlns:p="http://schemas.microsoft.com/office/2006/metadata/properties" xmlns:ns2="ca649edd-3005-4233-a3e7-8a8d225fe916" xmlns:ns3="5716c540-f2cb-4866-ac44-22c3da4c8498" targetNamespace="http://schemas.microsoft.com/office/2006/metadata/properties" ma:root="true" ma:fieldsID="7d66e34a69efbc1f01a67fcf9f1d58c2" ns2:_="" ns3:_="">
    <xsd:import namespace="ca649edd-3005-4233-a3e7-8a8d225fe916"/>
    <xsd:import namespace="5716c540-f2cb-4866-ac44-22c3da4c849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49edd-3005-4233-a3e7-8a8d225fe91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6532ddb-0539-4ec4-8aaa-822e44af7a13}" ma:internalName="TaxCatchAll" ma:showField="CatchAllData" ma:web="ca649edd-3005-4233-a3e7-8a8d225fe9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6c540-f2cb-4866-ac44-22c3da4c84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4adaadb-c18e-4b42-95dd-bcb8504af3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a649edd-3005-4233-a3e7-8a8d225fe916" xsi:nil="true"/>
    <lcf76f155ced4ddcb4097134ff3c332f xmlns="5716c540-f2cb-4866-ac44-22c3da4c84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9D37D00-0CCE-41F8-AFAD-3AE3642D56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649edd-3005-4233-a3e7-8a8d225fe916"/>
    <ds:schemaRef ds:uri="5716c540-f2cb-4866-ac44-22c3da4c84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ED9375-ABFC-47C9-99E2-11F11E7CDC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B3771F-02E9-4BEE-AE04-07949018D5BF}">
  <ds:schemaRefs>
    <ds:schemaRef ds:uri="5716c540-f2cb-4866-ac44-22c3da4c8498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a649edd-3005-4233-a3e7-8a8d225fe916"/>
    <ds:schemaRef ds:uri="http://purl.org/dc/terms/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a70051d7-ca08-4339-bade-6d710a2ff616}" enabled="0" method="" siteId="{a70051d7-ca08-4339-bade-6d710a2ff6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470</Words>
  <Application>Microsoft Office PowerPoint</Application>
  <PresentationFormat>Widescreen</PresentationFormat>
  <Paragraphs>99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</vt:lpstr>
      <vt:lpstr>Play</vt:lpstr>
      <vt:lpstr>Play </vt:lpstr>
      <vt:lpstr>Space</vt:lpstr>
      <vt:lpstr>Space Grotesk</vt:lpstr>
      <vt:lpstr>Office Theme</vt:lpstr>
      <vt:lpstr>PowerPoint Presentation</vt:lpstr>
      <vt:lpstr>PowerPoint Presentation</vt:lpstr>
      <vt:lpstr>How did I end up here?</vt:lpstr>
      <vt:lpstr>App Admin Perspective</vt:lpstr>
      <vt:lpstr>Auditing hundreds of Applications</vt:lpstr>
      <vt:lpstr>People Problems</vt:lpstr>
      <vt:lpstr>Implementation Hurdles</vt:lpstr>
      <vt:lpstr>There can be only one</vt:lpstr>
      <vt:lpstr>It’s so BIG!</vt:lpstr>
      <vt:lpstr>PowerPoint Presentation</vt:lpstr>
      <vt:lpstr>The Breakthrough</vt:lpstr>
      <vt:lpstr>Combining Old with New</vt:lpstr>
      <vt:lpstr>So many steps</vt:lpstr>
      <vt:lpstr>Bootstrapping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Jarom Hein</cp:lastModifiedBy>
  <cp:revision>15</cp:revision>
  <dcterms:created xsi:type="dcterms:W3CDTF">2022-12-09T06:31:24Z</dcterms:created>
  <dcterms:modified xsi:type="dcterms:W3CDTF">2026-04-14T14:48:43Z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0x010100C0898A77C9D58B48B3D389FB6B71E66B</vt:lpwstr>
  </property>
  <property fmtid="{D5CDD505-2E9C-101B-9397-08002B2CF9AE}" pid="3" name="MediaServiceImageTags">
    <vt:lpwstr/>
  </property>
</Properties>
</file>